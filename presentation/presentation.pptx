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2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2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29"/>
  </p:notesMasterIdLst>
  <p:handoutMasterIdLst>
    <p:handoutMasterId r:id="rId30"/>
  </p:handoutMasterIdLst>
  <p:sldIdLst>
    <p:sldId id="278" r:id="rId5"/>
    <p:sldId id="282" r:id="rId6"/>
    <p:sldId id="271" r:id="rId7"/>
    <p:sldId id="283" r:id="rId8"/>
    <p:sldId id="284" r:id="rId9"/>
    <p:sldId id="294" r:id="rId10"/>
    <p:sldId id="285" r:id="rId11"/>
    <p:sldId id="293" r:id="rId12"/>
    <p:sldId id="297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295" r:id="rId22"/>
    <p:sldId id="307" r:id="rId23"/>
    <p:sldId id="308" r:id="rId24"/>
    <p:sldId id="309" r:id="rId25"/>
    <p:sldId id="310" r:id="rId26"/>
    <p:sldId id="311" r:id="rId27"/>
    <p:sldId id="28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B4B"/>
    <a:srgbClr val="FBCFCF"/>
    <a:srgbClr val="F7C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57" autoAdjust="0"/>
    <p:restoredTop sz="90507" autoAdjust="0"/>
  </p:normalViewPr>
  <p:slideViewPr>
    <p:cSldViewPr snapToGrid="0">
      <p:cViewPr varScale="1">
        <p:scale>
          <a:sx n="92" d="100"/>
          <a:sy n="92" d="100"/>
        </p:scale>
        <p:origin x="496" y="28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ABCD82-CBAB-4549-865F-1058DF18D6C0}" type="doc">
      <dgm:prSet loTypeId="urn:microsoft.com/office/officeart/2005/8/layout/pyramid1" loCatId="pyramid" qsTypeId="urn:microsoft.com/office/officeart/2005/8/quickstyle/simple4" qsCatId="simple" csTypeId="urn:microsoft.com/office/officeart/2005/8/colors/colorful5" csCatId="colorful" phldr="1"/>
      <dgm:spPr/>
    </dgm:pt>
    <dgm:pt modelId="{A21FBCD4-94C8-4B2E-9663-D9567E92770E}">
      <dgm:prSet phldrT="[Texte]"/>
      <dgm:spPr/>
      <dgm:t>
        <a:bodyPr/>
        <a:lstStyle/>
        <a:p>
          <a:r>
            <a:rPr lang="fr-FR" dirty="0">
              <a:solidFill>
                <a:schemeClr val="tx1"/>
              </a:solidFill>
            </a:rPr>
            <a:t>Intelligence collective</a:t>
          </a:r>
        </a:p>
      </dgm:t>
    </dgm:pt>
    <dgm:pt modelId="{9230CEC3-4C2C-4608-8DEB-D3D5D4D7D2CA}" type="parTrans" cxnId="{6AD3F3CF-7C6E-4444-B48B-CED0F8FCC2C4}">
      <dgm:prSet/>
      <dgm:spPr/>
      <dgm:t>
        <a:bodyPr/>
        <a:lstStyle/>
        <a:p>
          <a:endParaRPr lang="fr-FR"/>
        </a:p>
      </dgm:t>
    </dgm:pt>
    <dgm:pt modelId="{B2948894-1F4E-4770-9C23-0B4BE14A1021}" type="sibTrans" cxnId="{6AD3F3CF-7C6E-4444-B48B-CED0F8FCC2C4}">
      <dgm:prSet/>
      <dgm:spPr/>
      <dgm:t>
        <a:bodyPr/>
        <a:lstStyle/>
        <a:p>
          <a:endParaRPr lang="fr-FR"/>
        </a:p>
      </dgm:t>
    </dgm:pt>
    <dgm:pt modelId="{5D503F12-BA8A-4DF7-A979-70497E176C5D}">
      <dgm:prSet phldrT="[Texte]"/>
      <dgm:spPr/>
      <dgm:t>
        <a:bodyPr/>
        <a:lstStyle/>
        <a:p>
          <a:r>
            <a:rPr lang="fr-FR" dirty="0"/>
            <a:t>Problème -solution</a:t>
          </a:r>
        </a:p>
      </dgm:t>
    </dgm:pt>
    <dgm:pt modelId="{569FDD33-3D93-4B95-995B-1BDC2B8BAA62}" type="parTrans" cxnId="{DA2968C4-E6FA-4121-BBE4-7D931780ED47}">
      <dgm:prSet/>
      <dgm:spPr/>
      <dgm:t>
        <a:bodyPr/>
        <a:lstStyle/>
        <a:p>
          <a:endParaRPr lang="fr-FR"/>
        </a:p>
      </dgm:t>
    </dgm:pt>
    <dgm:pt modelId="{701CCDC7-C284-438F-8054-0A3BE8174B84}" type="sibTrans" cxnId="{DA2968C4-E6FA-4121-BBE4-7D931780ED47}">
      <dgm:prSet/>
      <dgm:spPr/>
      <dgm:t>
        <a:bodyPr/>
        <a:lstStyle/>
        <a:p>
          <a:endParaRPr lang="fr-FR"/>
        </a:p>
      </dgm:t>
    </dgm:pt>
    <dgm:pt modelId="{472109BB-DD3D-4F9A-9181-2F3B2BE7FC51}">
      <dgm:prSet phldrT="[Texte]"/>
      <dgm:spPr/>
      <dgm:t>
        <a:bodyPr/>
        <a:lstStyle/>
        <a:p>
          <a:r>
            <a:rPr lang="fr-FR" dirty="0"/>
            <a:t>Gestion des données industrielles</a:t>
          </a:r>
        </a:p>
      </dgm:t>
    </dgm:pt>
    <dgm:pt modelId="{C8EEA618-1D2B-49A3-BFDB-7CD969400079}" type="parTrans" cxnId="{56E92DC6-6FB7-45CF-A62D-93D3FCF83B20}">
      <dgm:prSet/>
      <dgm:spPr/>
      <dgm:t>
        <a:bodyPr/>
        <a:lstStyle/>
        <a:p>
          <a:endParaRPr lang="fr-FR"/>
        </a:p>
      </dgm:t>
    </dgm:pt>
    <dgm:pt modelId="{4B258DAE-B5CB-4AE8-AB30-EFA0A51BD002}" type="sibTrans" cxnId="{56E92DC6-6FB7-45CF-A62D-93D3FCF83B20}">
      <dgm:prSet/>
      <dgm:spPr/>
      <dgm:t>
        <a:bodyPr/>
        <a:lstStyle/>
        <a:p>
          <a:endParaRPr lang="fr-FR"/>
        </a:p>
      </dgm:t>
    </dgm:pt>
    <dgm:pt modelId="{2AF41162-36A0-47F7-974A-3C6849357056}" type="pres">
      <dgm:prSet presAssocID="{E3ABCD82-CBAB-4549-865F-1058DF18D6C0}" presName="Name0" presStyleCnt="0">
        <dgm:presLayoutVars>
          <dgm:dir/>
          <dgm:animLvl val="lvl"/>
          <dgm:resizeHandles val="exact"/>
        </dgm:presLayoutVars>
      </dgm:prSet>
      <dgm:spPr/>
    </dgm:pt>
    <dgm:pt modelId="{DCCAE9BB-9F22-4493-8E25-08DD1650FCE7}" type="pres">
      <dgm:prSet presAssocID="{A21FBCD4-94C8-4B2E-9663-D9567E92770E}" presName="Name8" presStyleCnt="0"/>
      <dgm:spPr/>
    </dgm:pt>
    <dgm:pt modelId="{1BB4BE77-FEBB-4F00-8634-EF0B2F29F0FC}" type="pres">
      <dgm:prSet presAssocID="{A21FBCD4-94C8-4B2E-9663-D9567E92770E}" presName="level" presStyleLbl="node1" presStyleIdx="0" presStyleCnt="3">
        <dgm:presLayoutVars>
          <dgm:chMax val="1"/>
          <dgm:bulletEnabled val="1"/>
        </dgm:presLayoutVars>
      </dgm:prSet>
      <dgm:spPr/>
    </dgm:pt>
    <dgm:pt modelId="{8D5F9363-F8BB-4317-A35C-53B7721A0372}" type="pres">
      <dgm:prSet presAssocID="{A21FBCD4-94C8-4B2E-9663-D9567E92770E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FE8AE8E-9134-40D6-AB62-6ACBBADF9327}" type="pres">
      <dgm:prSet presAssocID="{5D503F12-BA8A-4DF7-A979-70497E176C5D}" presName="Name8" presStyleCnt="0"/>
      <dgm:spPr/>
    </dgm:pt>
    <dgm:pt modelId="{5921371B-85D5-4E18-90E3-BA3CCCCA87C3}" type="pres">
      <dgm:prSet presAssocID="{5D503F12-BA8A-4DF7-A979-70497E176C5D}" presName="level" presStyleLbl="node1" presStyleIdx="1" presStyleCnt="3">
        <dgm:presLayoutVars>
          <dgm:chMax val="1"/>
          <dgm:bulletEnabled val="1"/>
        </dgm:presLayoutVars>
      </dgm:prSet>
      <dgm:spPr/>
    </dgm:pt>
    <dgm:pt modelId="{7799520D-00D2-4EDC-AE57-FE783B006164}" type="pres">
      <dgm:prSet presAssocID="{5D503F12-BA8A-4DF7-A979-70497E176C5D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EDDAF88B-3CD3-46EE-8CAC-2A0A193B3C15}" type="pres">
      <dgm:prSet presAssocID="{472109BB-DD3D-4F9A-9181-2F3B2BE7FC51}" presName="Name8" presStyleCnt="0"/>
      <dgm:spPr/>
    </dgm:pt>
    <dgm:pt modelId="{9D26AAEE-5595-498D-A025-B75E1C86AEBD}" type="pres">
      <dgm:prSet presAssocID="{472109BB-DD3D-4F9A-9181-2F3B2BE7FC51}" presName="level" presStyleLbl="node1" presStyleIdx="2" presStyleCnt="3">
        <dgm:presLayoutVars>
          <dgm:chMax val="1"/>
          <dgm:bulletEnabled val="1"/>
        </dgm:presLayoutVars>
      </dgm:prSet>
      <dgm:spPr/>
    </dgm:pt>
    <dgm:pt modelId="{F6481A9D-7C57-4BAA-AFAC-2F18A2935043}" type="pres">
      <dgm:prSet presAssocID="{472109BB-DD3D-4F9A-9181-2F3B2BE7FC51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FB4C101-848F-4985-A1A5-66A6624C4AFB}" type="presOf" srcId="{5D503F12-BA8A-4DF7-A979-70497E176C5D}" destId="{5921371B-85D5-4E18-90E3-BA3CCCCA87C3}" srcOrd="0" destOrd="0" presId="urn:microsoft.com/office/officeart/2005/8/layout/pyramid1"/>
    <dgm:cxn modelId="{198AB132-D4BE-482A-823A-DB35080D083A}" type="presOf" srcId="{E3ABCD82-CBAB-4549-865F-1058DF18D6C0}" destId="{2AF41162-36A0-47F7-974A-3C6849357056}" srcOrd="0" destOrd="0" presId="urn:microsoft.com/office/officeart/2005/8/layout/pyramid1"/>
    <dgm:cxn modelId="{1257558D-3D4A-4986-98C8-7EE37862BDD1}" type="presOf" srcId="{472109BB-DD3D-4F9A-9181-2F3B2BE7FC51}" destId="{F6481A9D-7C57-4BAA-AFAC-2F18A2935043}" srcOrd="1" destOrd="0" presId="urn:microsoft.com/office/officeart/2005/8/layout/pyramid1"/>
    <dgm:cxn modelId="{8B28B7A2-2109-4C50-B186-1420CAA409BA}" type="presOf" srcId="{A21FBCD4-94C8-4B2E-9663-D9567E92770E}" destId="{8D5F9363-F8BB-4317-A35C-53B7721A0372}" srcOrd="1" destOrd="0" presId="urn:microsoft.com/office/officeart/2005/8/layout/pyramid1"/>
    <dgm:cxn modelId="{A7A669AE-7E50-4BB0-8CB3-70A73024D30D}" type="presOf" srcId="{A21FBCD4-94C8-4B2E-9663-D9567E92770E}" destId="{1BB4BE77-FEBB-4F00-8634-EF0B2F29F0FC}" srcOrd="0" destOrd="0" presId="urn:microsoft.com/office/officeart/2005/8/layout/pyramid1"/>
    <dgm:cxn modelId="{C7DA89BD-F45B-48C9-B3ED-BCA64A7700FE}" type="presOf" srcId="{5D503F12-BA8A-4DF7-A979-70497E176C5D}" destId="{7799520D-00D2-4EDC-AE57-FE783B006164}" srcOrd="1" destOrd="0" presId="urn:microsoft.com/office/officeart/2005/8/layout/pyramid1"/>
    <dgm:cxn modelId="{DA2968C4-E6FA-4121-BBE4-7D931780ED47}" srcId="{E3ABCD82-CBAB-4549-865F-1058DF18D6C0}" destId="{5D503F12-BA8A-4DF7-A979-70497E176C5D}" srcOrd="1" destOrd="0" parTransId="{569FDD33-3D93-4B95-995B-1BDC2B8BAA62}" sibTransId="{701CCDC7-C284-438F-8054-0A3BE8174B84}"/>
    <dgm:cxn modelId="{56E92DC6-6FB7-45CF-A62D-93D3FCF83B20}" srcId="{E3ABCD82-CBAB-4549-865F-1058DF18D6C0}" destId="{472109BB-DD3D-4F9A-9181-2F3B2BE7FC51}" srcOrd="2" destOrd="0" parTransId="{C8EEA618-1D2B-49A3-BFDB-7CD969400079}" sibTransId="{4B258DAE-B5CB-4AE8-AB30-EFA0A51BD002}"/>
    <dgm:cxn modelId="{6AD3F3CF-7C6E-4444-B48B-CED0F8FCC2C4}" srcId="{E3ABCD82-CBAB-4549-865F-1058DF18D6C0}" destId="{A21FBCD4-94C8-4B2E-9663-D9567E92770E}" srcOrd="0" destOrd="0" parTransId="{9230CEC3-4C2C-4608-8DEB-D3D5D4D7D2CA}" sibTransId="{B2948894-1F4E-4770-9C23-0B4BE14A1021}"/>
    <dgm:cxn modelId="{8606D5E5-03BE-43AA-851B-E3BA3EDA4693}" type="presOf" srcId="{472109BB-DD3D-4F9A-9181-2F3B2BE7FC51}" destId="{9D26AAEE-5595-498D-A025-B75E1C86AEBD}" srcOrd="0" destOrd="0" presId="urn:microsoft.com/office/officeart/2005/8/layout/pyramid1"/>
    <dgm:cxn modelId="{BC2928C8-F798-49EA-914C-6C4EFB2F93C3}" type="presParOf" srcId="{2AF41162-36A0-47F7-974A-3C6849357056}" destId="{DCCAE9BB-9F22-4493-8E25-08DD1650FCE7}" srcOrd="0" destOrd="0" presId="urn:microsoft.com/office/officeart/2005/8/layout/pyramid1"/>
    <dgm:cxn modelId="{CB68C7D4-CD14-4DB0-B1B2-BBCD372BE743}" type="presParOf" srcId="{DCCAE9BB-9F22-4493-8E25-08DD1650FCE7}" destId="{1BB4BE77-FEBB-4F00-8634-EF0B2F29F0FC}" srcOrd="0" destOrd="0" presId="urn:microsoft.com/office/officeart/2005/8/layout/pyramid1"/>
    <dgm:cxn modelId="{3D6BD3D6-7FBF-4C66-870E-C36C70CBDE79}" type="presParOf" srcId="{DCCAE9BB-9F22-4493-8E25-08DD1650FCE7}" destId="{8D5F9363-F8BB-4317-A35C-53B7721A0372}" srcOrd="1" destOrd="0" presId="urn:microsoft.com/office/officeart/2005/8/layout/pyramid1"/>
    <dgm:cxn modelId="{F20E8FFA-F406-4BB6-B3CB-626027331184}" type="presParOf" srcId="{2AF41162-36A0-47F7-974A-3C6849357056}" destId="{DFE8AE8E-9134-40D6-AB62-6ACBBADF9327}" srcOrd="1" destOrd="0" presId="urn:microsoft.com/office/officeart/2005/8/layout/pyramid1"/>
    <dgm:cxn modelId="{EA27D5D9-2892-4F19-BC48-240AA2D4C7A5}" type="presParOf" srcId="{DFE8AE8E-9134-40D6-AB62-6ACBBADF9327}" destId="{5921371B-85D5-4E18-90E3-BA3CCCCA87C3}" srcOrd="0" destOrd="0" presId="urn:microsoft.com/office/officeart/2005/8/layout/pyramid1"/>
    <dgm:cxn modelId="{EB6A5059-35F4-4D66-B2C5-7636B615AF44}" type="presParOf" srcId="{DFE8AE8E-9134-40D6-AB62-6ACBBADF9327}" destId="{7799520D-00D2-4EDC-AE57-FE783B006164}" srcOrd="1" destOrd="0" presId="urn:microsoft.com/office/officeart/2005/8/layout/pyramid1"/>
    <dgm:cxn modelId="{FCAB9842-44FC-460D-8875-B1C7FA3916C4}" type="presParOf" srcId="{2AF41162-36A0-47F7-974A-3C6849357056}" destId="{EDDAF88B-3CD3-46EE-8CAC-2A0A193B3C15}" srcOrd="2" destOrd="0" presId="urn:microsoft.com/office/officeart/2005/8/layout/pyramid1"/>
    <dgm:cxn modelId="{5AE89092-6AB8-4481-9500-8117BD56BDFD}" type="presParOf" srcId="{EDDAF88B-3CD3-46EE-8CAC-2A0A193B3C15}" destId="{9D26AAEE-5595-498D-A025-B75E1C86AEBD}" srcOrd="0" destOrd="0" presId="urn:microsoft.com/office/officeart/2005/8/layout/pyramid1"/>
    <dgm:cxn modelId="{FA5B77BD-406E-4E0C-B25D-587CCD615706}" type="presParOf" srcId="{EDDAF88B-3CD3-46EE-8CAC-2A0A193B3C15}" destId="{F6481A9D-7C57-4BAA-AFAC-2F18A2935043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BB8FE23-A4B3-48A5-BE1C-7FCADD7809C6}" type="doc">
      <dgm:prSet loTypeId="urn:microsoft.com/office/officeart/2005/8/layout/gear1" loCatId="cycle" qsTypeId="urn:microsoft.com/office/officeart/2005/8/quickstyle/simple5" qsCatId="simple" csTypeId="urn:microsoft.com/office/officeart/2005/8/colors/colorful5" csCatId="colorful" phldr="1"/>
      <dgm:spPr/>
    </dgm:pt>
    <dgm:pt modelId="{3849071A-DC52-4929-8932-00E03C31B2B7}">
      <dgm:prSet phldrT="[Texte]"/>
      <dgm:spPr/>
      <dgm:t>
        <a:bodyPr/>
        <a:lstStyle/>
        <a:p>
          <a:r>
            <a:rPr lang="fr-FR" dirty="0"/>
            <a:t>KMAP</a:t>
          </a:r>
        </a:p>
      </dgm:t>
    </dgm:pt>
    <dgm:pt modelId="{963F2B1F-AE61-42E6-BF5F-5EC008AF49E0}" type="parTrans" cxnId="{D64D370A-400B-4D24-ACA2-73A98915EFF1}">
      <dgm:prSet/>
      <dgm:spPr/>
      <dgm:t>
        <a:bodyPr/>
        <a:lstStyle/>
        <a:p>
          <a:endParaRPr lang="fr-FR"/>
        </a:p>
      </dgm:t>
    </dgm:pt>
    <dgm:pt modelId="{C6113A48-46DD-4E75-9E48-59ED73F89AAF}" type="sibTrans" cxnId="{D64D370A-400B-4D24-ACA2-73A98915EFF1}">
      <dgm:prSet/>
      <dgm:spPr/>
      <dgm:t>
        <a:bodyPr/>
        <a:lstStyle/>
        <a:p>
          <a:endParaRPr lang="fr-FR"/>
        </a:p>
      </dgm:t>
    </dgm:pt>
    <dgm:pt modelId="{D8D71D6C-5B14-4DD8-BA54-FDDB970B3A02}">
      <dgm:prSet phldrT="[Texte]"/>
      <dgm:spPr/>
      <dgm:t>
        <a:bodyPr/>
        <a:lstStyle/>
        <a:p>
          <a:r>
            <a:rPr lang="fr-FR" dirty="0"/>
            <a:t>IOT</a:t>
          </a:r>
        </a:p>
      </dgm:t>
    </dgm:pt>
    <dgm:pt modelId="{C2C9CB64-1870-4854-88B2-CA83CA1B5A4F}" type="parTrans" cxnId="{13BC276E-10E3-4A5B-ACD5-4C0550DC7FAB}">
      <dgm:prSet/>
      <dgm:spPr/>
      <dgm:t>
        <a:bodyPr/>
        <a:lstStyle/>
        <a:p>
          <a:endParaRPr lang="fr-FR"/>
        </a:p>
      </dgm:t>
    </dgm:pt>
    <dgm:pt modelId="{4C3A8B7A-971C-4AF5-A71C-5E5899642481}" type="sibTrans" cxnId="{13BC276E-10E3-4A5B-ACD5-4C0550DC7FAB}">
      <dgm:prSet/>
      <dgm:spPr/>
      <dgm:t>
        <a:bodyPr/>
        <a:lstStyle/>
        <a:p>
          <a:endParaRPr lang="fr-FR"/>
        </a:p>
      </dgm:t>
    </dgm:pt>
    <dgm:pt modelId="{4C3E84F5-2BB6-49CA-968D-679C2EDA2723}">
      <dgm:prSet phldrT="[Texte]"/>
      <dgm:spPr/>
      <dgm:t>
        <a:bodyPr/>
        <a:lstStyle/>
        <a:p>
          <a:r>
            <a:rPr lang="fr-FR" dirty="0"/>
            <a:t>RAG</a:t>
          </a:r>
        </a:p>
      </dgm:t>
    </dgm:pt>
    <dgm:pt modelId="{B4F372AF-E3F3-4942-964C-6626EFEE6002}" type="parTrans" cxnId="{A95F946E-3B0E-495F-9DEA-B128E69CD6AD}">
      <dgm:prSet/>
      <dgm:spPr/>
      <dgm:t>
        <a:bodyPr/>
        <a:lstStyle/>
        <a:p>
          <a:endParaRPr lang="fr-FR"/>
        </a:p>
      </dgm:t>
    </dgm:pt>
    <dgm:pt modelId="{98225DC6-8BFC-4734-8332-D7E7B1D74D9D}" type="sibTrans" cxnId="{A95F946E-3B0E-495F-9DEA-B128E69CD6AD}">
      <dgm:prSet/>
      <dgm:spPr/>
      <dgm:t>
        <a:bodyPr/>
        <a:lstStyle/>
        <a:p>
          <a:endParaRPr lang="fr-FR"/>
        </a:p>
      </dgm:t>
    </dgm:pt>
    <dgm:pt modelId="{2BCB0550-6E1A-49D9-82A2-184EAB31A97A}" type="pres">
      <dgm:prSet presAssocID="{EBB8FE23-A4B3-48A5-BE1C-7FCADD7809C6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ABC6486C-C567-48F9-9C11-EDC2D710B454}" type="pres">
      <dgm:prSet presAssocID="{3849071A-DC52-4929-8932-00E03C31B2B7}" presName="gear1" presStyleLbl="node1" presStyleIdx="0" presStyleCnt="3">
        <dgm:presLayoutVars>
          <dgm:chMax val="1"/>
          <dgm:bulletEnabled val="1"/>
        </dgm:presLayoutVars>
      </dgm:prSet>
      <dgm:spPr/>
    </dgm:pt>
    <dgm:pt modelId="{D0EF06AD-05AA-4779-9AC9-2AF5077FE58E}" type="pres">
      <dgm:prSet presAssocID="{3849071A-DC52-4929-8932-00E03C31B2B7}" presName="gear1srcNode" presStyleLbl="node1" presStyleIdx="0" presStyleCnt="3"/>
      <dgm:spPr/>
    </dgm:pt>
    <dgm:pt modelId="{E8836703-FA11-41AC-8559-9C0F347CEE72}" type="pres">
      <dgm:prSet presAssocID="{3849071A-DC52-4929-8932-00E03C31B2B7}" presName="gear1dstNode" presStyleLbl="node1" presStyleIdx="0" presStyleCnt="3"/>
      <dgm:spPr/>
    </dgm:pt>
    <dgm:pt modelId="{4067449A-4FBD-4AE7-AED9-844DFFAEDAF5}" type="pres">
      <dgm:prSet presAssocID="{D8D71D6C-5B14-4DD8-BA54-FDDB970B3A02}" presName="gear2" presStyleLbl="node1" presStyleIdx="1" presStyleCnt="3">
        <dgm:presLayoutVars>
          <dgm:chMax val="1"/>
          <dgm:bulletEnabled val="1"/>
        </dgm:presLayoutVars>
      </dgm:prSet>
      <dgm:spPr/>
    </dgm:pt>
    <dgm:pt modelId="{640FA90A-9246-4D6E-B6A9-77EB9D7DEB19}" type="pres">
      <dgm:prSet presAssocID="{D8D71D6C-5B14-4DD8-BA54-FDDB970B3A02}" presName="gear2srcNode" presStyleLbl="node1" presStyleIdx="1" presStyleCnt="3"/>
      <dgm:spPr/>
    </dgm:pt>
    <dgm:pt modelId="{BAA81088-9559-4BBF-B6FA-58B19C795794}" type="pres">
      <dgm:prSet presAssocID="{D8D71D6C-5B14-4DD8-BA54-FDDB970B3A02}" presName="gear2dstNode" presStyleLbl="node1" presStyleIdx="1" presStyleCnt="3"/>
      <dgm:spPr/>
    </dgm:pt>
    <dgm:pt modelId="{63923C3A-E989-41AF-989F-47EBB6B46495}" type="pres">
      <dgm:prSet presAssocID="{4C3E84F5-2BB6-49CA-968D-679C2EDA2723}" presName="gear3" presStyleLbl="node1" presStyleIdx="2" presStyleCnt="3" custScaleX="106166"/>
      <dgm:spPr/>
    </dgm:pt>
    <dgm:pt modelId="{36D7F671-9C02-4A43-A270-01EF88C1E66B}" type="pres">
      <dgm:prSet presAssocID="{4C3E84F5-2BB6-49CA-968D-679C2EDA2723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B69755B0-65B0-4179-A3D5-FF84084DB395}" type="pres">
      <dgm:prSet presAssocID="{4C3E84F5-2BB6-49CA-968D-679C2EDA2723}" presName="gear3srcNode" presStyleLbl="node1" presStyleIdx="2" presStyleCnt="3"/>
      <dgm:spPr/>
    </dgm:pt>
    <dgm:pt modelId="{DC5BDF93-99AC-4E05-B051-F16CAD4ACF72}" type="pres">
      <dgm:prSet presAssocID="{4C3E84F5-2BB6-49CA-968D-679C2EDA2723}" presName="gear3dstNode" presStyleLbl="node1" presStyleIdx="2" presStyleCnt="3"/>
      <dgm:spPr/>
    </dgm:pt>
    <dgm:pt modelId="{604B159C-E522-401E-A938-8303A9E48A30}" type="pres">
      <dgm:prSet presAssocID="{C6113A48-46DD-4E75-9E48-59ED73F89AAF}" presName="connector1" presStyleLbl="sibTrans2D1" presStyleIdx="0" presStyleCnt="3"/>
      <dgm:spPr/>
    </dgm:pt>
    <dgm:pt modelId="{3E7D35AD-FDE1-404E-8552-1EFDBACEBF72}" type="pres">
      <dgm:prSet presAssocID="{4C3A8B7A-971C-4AF5-A71C-5E5899642481}" presName="connector2" presStyleLbl="sibTrans2D1" presStyleIdx="1" presStyleCnt="3"/>
      <dgm:spPr/>
    </dgm:pt>
    <dgm:pt modelId="{528A0880-9290-4B40-AFC9-EBAB99EE07F3}" type="pres">
      <dgm:prSet presAssocID="{98225DC6-8BFC-4734-8332-D7E7B1D74D9D}" presName="connector3" presStyleLbl="sibTrans2D1" presStyleIdx="2" presStyleCnt="3"/>
      <dgm:spPr/>
    </dgm:pt>
  </dgm:ptLst>
  <dgm:cxnLst>
    <dgm:cxn modelId="{73A3EA08-EADB-4508-95D1-3D5C21D7CBAA}" type="presOf" srcId="{EBB8FE23-A4B3-48A5-BE1C-7FCADD7809C6}" destId="{2BCB0550-6E1A-49D9-82A2-184EAB31A97A}" srcOrd="0" destOrd="0" presId="urn:microsoft.com/office/officeart/2005/8/layout/gear1"/>
    <dgm:cxn modelId="{D64D370A-400B-4D24-ACA2-73A98915EFF1}" srcId="{EBB8FE23-A4B3-48A5-BE1C-7FCADD7809C6}" destId="{3849071A-DC52-4929-8932-00E03C31B2B7}" srcOrd="0" destOrd="0" parTransId="{963F2B1F-AE61-42E6-BF5F-5EC008AF49E0}" sibTransId="{C6113A48-46DD-4E75-9E48-59ED73F89AAF}"/>
    <dgm:cxn modelId="{063DA40A-5D8D-43E9-8401-3806AA87001A}" type="presOf" srcId="{C6113A48-46DD-4E75-9E48-59ED73F89AAF}" destId="{604B159C-E522-401E-A938-8303A9E48A30}" srcOrd="0" destOrd="0" presId="urn:microsoft.com/office/officeart/2005/8/layout/gear1"/>
    <dgm:cxn modelId="{A66B3D0E-CE18-4704-94DD-9E18D22A0B1F}" type="presOf" srcId="{D8D71D6C-5B14-4DD8-BA54-FDDB970B3A02}" destId="{640FA90A-9246-4D6E-B6A9-77EB9D7DEB19}" srcOrd="1" destOrd="0" presId="urn:microsoft.com/office/officeart/2005/8/layout/gear1"/>
    <dgm:cxn modelId="{34B29628-6752-4B39-B14E-81A1468CE11A}" type="presOf" srcId="{4C3A8B7A-971C-4AF5-A71C-5E5899642481}" destId="{3E7D35AD-FDE1-404E-8552-1EFDBACEBF72}" srcOrd="0" destOrd="0" presId="urn:microsoft.com/office/officeart/2005/8/layout/gear1"/>
    <dgm:cxn modelId="{F60A282B-5CCD-4BF6-AA42-000CCEBB2E26}" type="presOf" srcId="{D8D71D6C-5B14-4DD8-BA54-FDDB970B3A02}" destId="{BAA81088-9559-4BBF-B6FA-58B19C795794}" srcOrd="2" destOrd="0" presId="urn:microsoft.com/office/officeart/2005/8/layout/gear1"/>
    <dgm:cxn modelId="{C0A3323D-C12F-409F-B0D2-1F28B6A63816}" type="presOf" srcId="{4C3E84F5-2BB6-49CA-968D-679C2EDA2723}" destId="{63923C3A-E989-41AF-989F-47EBB6B46495}" srcOrd="0" destOrd="0" presId="urn:microsoft.com/office/officeart/2005/8/layout/gear1"/>
    <dgm:cxn modelId="{4494CA40-BD9F-4074-A7A6-DA941F195632}" type="presOf" srcId="{D8D71D6C-5B14-4DD8-BA54-FDDB970B3A02}" destId="{4067449A-4FBD-4AE7-AED9-844DFFAEDAF5}" srcOrd="0" destOrd="0" presId="urn:microsoft.com/office/officeart/2005/8/layout/gear1"/>
    <dgm:cxn modelId="{A9DE1546-DB29-4FF2-BB54-A91393A169DA}" type="presOf" srcId="{3849071A-DC52-4929-8932-00E03C31B2B7}" destId="{ABC6486C-C567-48F9-9C11-EDC2D710B454}" srcOrd="0" destOrd="0" presId="urn:microsoft.com/office/officeart/2005/8/layout/gear1"/>
    <dgm:cxn modelId="{97AAF84C-EB00-4A89-87CE-93E0D47FAE25}" type="presOf" srcId="{3849071A-DC52-4929-8932-00E03C31B2B7}" destId="{D0EF06AD-05AA-4779-9AC9-2AF5077FE58E}" srcOrd="1" destOrd="0" presId="urn:microsoft.com/office/officeart/2005/8/layout/gear1"/>
    <dgm:cxn modelId="{13BC276E-10E3-4A5B-ACD5-4C0550DC7FAB}" srcId="{EBB8FE23-A4B3-48A5-BE1C-7FCADD7809C6}" destId="{D8D71D6C-5B14-4DD8-BA54-FDDB970B3A02}" srcOrd="1" destOrd="0" parTransId="{C2C9CB64-1870-4854-88B2-CA83CA1B5A4F}" sibTransId="{4C3A8B7A-971C-4AF5-A71C-5E5899642481}"/>
    <dgm:cxn modelId="{A95F946E-3B0E-495F-9DEA-B128E69CD6AD}" srcId="{EBB8FE23-A4B3-48A5-BE1C-7FCADD7809C6}" destId="{4C3E84F5-2BB6-49CA-968D-679C2EDA2723}" srcOrd="2" destOrd="0" parTransId="{B4F372AF-E3F3-4942-964C-6626EFEE6002}" sibTransId="{98225DC6-8BFC-4734-8332-D7E7B1D74D9D}"/>
    <dgm:cxn modelId="{3ABA9176-0BD7-40B1-8FC1-480827E1206B}" type="presOf" srcId="{3849071A-DC52-4929-8932-00E03C31B2B7}" destId="{E8836703-FA11-41AC-8559-9C0F347CEE72}" srcOrd="2" destOrd="0" presId="urn:microsoft.com/office/officeart/2005/8/layout/gear1"/>
    <dgm:cxn modelId="{BBB54758-46AA-4549-BCAC-C3B952792171}" type="presOf" srcId="{4C3E84F5-2BB6-49CA-968D-679C2EDA2723}" destId="{DC5BDF93-99AC-4E05-B051-F16CAD4ACF72}" srcOrd="3" destOrd="0" presId="urn:microsoft.com/office/officeart/2005/8/layout/gear1"/>
    <dgm:cxn modelId="{93EA0DA2-AF2A-4311-BAF9-074FBDFB761B}" type="presOf" srcId="{98225DC6-8BFC-4734-8332-D7E7B1D74D9D}" destId="{528A0880-9290-4B40-AFC9-EBAB99EE07F3}" srcOrd="0" destOrd="0" presId="urn:microsoft.com/office/officeart/2005/8/layout/gear1"/>
    <dgm:cxn modelId="{EB7F60A4-5C24-4053-9FE1-58CF82260E2F}" type="presOf" srcId="{4C3E84F5-2BB6-49CA-968D-679C2EDA2723}" destId="{B69755B0-65B0-4179-A3D5-FF84084DB395}" srcOrd="2" destOrd="0" presId="urn:microsoft.com/office/officeart/2005/8/layout/gear1"/>
    <dgm:cxn modelId="{B3143FAE-AF2E-4BA0-8252-02D13D5C5ADD}" type="presOf" srcId="{4C3E84F5-2BB6-49CA-968D-679C2EDA2723}" destId="{36D7F671-9C02-4A43-A270-01EF88C1E66B}" srcOrd="1" destOrd="0" presId="urn:microsoft.com/office/officeart/2005/8/layout/gear1"/>
    <dgm:cxn modelId="{A7BC00A3-CEEC-4766-9231-1A84C84F88B8}" type="presParOf" srcId="{2BCB0550-6E1A-49D9-82A2-184EAB31A97A}" destId="{ABC6486C-C567-48F9-9C11-EDC2D710B454}" srcOrd="0" destOrd="0" presId="urn:microsoft.com/office/officeart/2005/8/layout/gear1"/>
    <dgm:cxn modelId="{3AC57418-1DA0-451E-A14A-F58350F2FA47}" type="presParOf" srcId="{2BCB0550-6E1A-49D9-82A2-184EAB31A97A}" destId="{D0EF06AD-05AA-4779-9AC9-2AF5077FE58E}" srcOrd="1" destOrd="0" presId="urn:microsoft.com/office/officeart/2005/8/layout/gear1"/>
    <dgm:cxn modelId="{D515F872-DC97-4E0F-9359-517B787F4347}" type="presParOf" srcId="{2BCB0550-6E1A-49D9-82A2-184EAB31A97A}" destId="{E8836703-FA11-41AC-8559-9C0F347CEE72}" srcOrd="2" destOrd="0" presId="urn:microsoft.com/office/officeart/2005/8/layout/gear1"/>
    <dgm:cxn modelId="{1523E954-E722-4A95-824B-7F8ADEE1BD8A}" type="presParOf" srcId="{2BCB0550-6E1A-49D9-82A2-184EAB31A97A}" destId="{4067449A-4FBD-4AE7-AED9-844DFFAEDAF5}" srcOrd="3" destOrd="0" presId="urn:microsoft.com/office/officeart/2005/8/layout/gear1"/>
    <dgm:cxn modelId="{DBEA81B3-400B-4EA4-B721-66A3F28A0F58}" type="presParOf" srcId="{2BCB0550-6E1A-49D9-82A2-184EAB31A97A}" destId="{640FA90A-9246-4D6E-B6A9-77EB9D7DEB19}" srcOrd="4" destOrd="0" presId="urn:microsoft.com/office/officeart/2005/8/layout/gear1"/>
    <dgm:cxn modelId="{7CF2AA7F-BF54-44CF-B307-8B2BD55F079B}" type="presParOf" srcId="{2BCB0550-6E1A-49D9-82A2-184EAB31A97A}" destId="{BAA81088-9559-4BBF-B6FA-58B19C795794}" srcOrd="5" destOrd="0" presId="urn:microsoft.com/office/officeart/2005/8/layout/gear1"/>
    <dgm:cxn modelId="{7B24C32C-1130-491C-AD96-1C2D29195ADC}" type="presParOf" srcId="{2BCB0550-6E1A-49D9-82A2-184EAB31A97A}" destId="{63923C3A-E989-41AF-989F-47EBB6B46495}" srcOrd="6" destOrd="0" presId="urn:microsoft.com/office/officeart/2005/8/layout/gear1"/>
    <dgm:cxn modelId="{7AA632AB-3242-4891-BC52-553D4EE50358}" type="presParOf" srcId="{2BCB0550-6E1A-49D9-82A2-184EAB31A97A}" destId="{36D7F671-9C02-4A43-A270-01EF88C1E66B}" srcOrd="7" destOrd="0" presId="urn:microsoft.com/office/officeart/2005/8/layout/gear1"/>
    <dgm:cxn modelId="{23730678-2DF0-4E30-A5BF-9E592191AEC8}" type="presParOf" srcId="{2BCB0550-6E1A-49D9-82A2-184EAB31A97A}" destId="{B69755B0-65B0-4179-A3D5-FF84084DB395}" srcOrd="8" destOrd="0" presId="urn:microsoft.com/office/officeart/2005/8/layout/gear1"/>
    <dgm:cxn modelId="{8E957D22-6FCF-4A3B-AE5E-5C028E4E2C9B}" type="presParOf" srcId="{2BCB0550-6E1A-49D9-82A2-184EAB31A97A}" destId="{DC5BDF93-99AC-4E05-B051-F16CAD4ACF72}" srcOrd="9" destOrd="0" presId="urn:microsoft.com/office/officeart/2005/8/layout/gear1"/>
    <dgm:cxn modelId="{1E2D7FE5-53B5-493F-80BA-AA9358C381F6}" type="presParOf" srcId="{2BCB0550-6E1A-49D9-82A2-184EAB31A97A}" destId="{604B159C-E522-401E-A938-8303A9E48A30}" srcOrd="10" destOrd="0" presId="urn:microsoft.com/office/officeart/2005/8/layout/gear1"/>
    <dgm:cxn modelId="{E1F84F52-C394-47F6-A745-6A4ADE5B7091}" type="presParOf" srcId="{2BCB0550-6E1A-49D9-82A2-184EAB31A97A}" destId="{3E7D35AD-FDE1-404E-8552-1EFDBACEBF72}" srcOrd="11" destOrd="0" presId="urn:microsoft.com/office/officeart/2005/8/layout/gear1"/>
    <dgm:cxn modelId="{F09738A9-4B60-42E1-9350-1FEA0258ADBB}" type="presParOf" srcId="{2BCB0550-6E1A-49D9-82A2-184EAB31A97A}" destId="{528A0880-9290-4B40-AFC9-EBAB99EE07F3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2C7FF95-9D7D-4E64-BB5D-B7389A0C0AE8}" type="doc">
      <dgm:prSet loTypeId="urn:microsoft.com/office/officeart/2005/8/layout/lProcess2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20A558E7-1F2C-4BD0-A593-AC717524A060}">
      <dgm:prSet phldrT="[Texte]"/>
      <dgm:spPr>
        <a:solidFill>
          <a:srgbClr val="FBCFCF"/>
        </a:solidFill>
      </dgm:spPr>
      <dgm:t>
        <a:bodyPr/>
        <a:lstStyle/>
        <a:p>
          <a:r>
            <a:rPr lang="fr-FR" dirty="0"/>
            <a:t>Problème stratégique</a:t>
          </a:r>
        </a:p>
      </dgm:t>
    </dgm:pt>
    <dgm:pt modelId="{974E0F7C-6DA9-4268-A820-B95473EFD6ED}" type="parTrans" cxnId="{089555B2-4C75-4004-8969-A2161C09B71E}">
      <dgm:prSet/>
      <dgm:spPr/>
      <dgm:t>
        <a:bodyPr/>
        <a:lstStyle/>
        <a:p>
          <a:endParaRPr lang="fr-FR"/>
        </a:p>
      </dgm:t>
    </dgm:pt>
    <dgm:pt modelId="{B86FE7F1-E469-4742-AE12-6F3DA2A46472}" type="sibTrans" cxnId="{089555B2-4C75-4004-8969-A2161C09B71E}">
      <dgm:prSet/>
      <dgm:spPr/>
      <dgm:t>
        <a:bodyPr/>
        <a:lstStyle/>
        <a:p>
          <a:endParaRPr lang="fr-FR"/>
        </a:p>
      </dgm:t>
    </dgm:pt>
    <dgm:pt modelId="{6AE02A37-4727-4590-A966-28B7C48A2954}">
      <dgm:prSet phldrT="[Texte]"/>
      <dgm:spPr/>
      <dgm:t>
        <a:bodyPr/>
        <a:lstStyle/>
        <a:p>
          <a:r>
            <a:rPr lang="fr-FR" dirty="0"/>
            <a:t>Fin de vie en décembre 2021</a:t>
          </a:r>
        </a:p>
      </dgm:t>
    </dgm:pt>
    <dgm:pt modelId="{862A8A66-0F07-4148-A150-7456D45C2DD8}" type="parTrans" cxnId="{820B6B89-55CF-45D2-B14B-DA8C3D0F4041}">
      <dgm:prSet/>
      <dgm:spPr/>
      <dgm:t>
        <a:bodyPr/>
        <a:lstStyle/>
        <a:p>
          <a:endParaRPr lang="fr-FR"/>
        </a:p>
      </dgm:t>
    </dgm:pt>
    <dgm:pt modelId="{C194B134-00E3-426B-B9AC-7A1F22279609}" type="sibTrans" cxnId="{820B6B89-55CF-45D2-B14B-DA8C3D0F4041}">
      <dgm:prSet/>
      <dgm:spPr/>
      <dgm:t>
        <a:bodyPr/>
        <a:lstStyle/>
        <a:p>
          <a:endParaRPr lang="fr-FR"/>
        </a:p>
      </dgm:t>
    </dgm:pt>
    <dgm:pt modelId="{B07509B5-0C77-453C-99B4-CE6C6A7D712C}">
      <dgm:prSet phldrT="[Texte]"/>
      <dgm:spPr/>
      <dgm:t>
        <a:bodyPr/>
        <a:lstStyle/>
        <a:p>
          <a:r>
            <a:rPr lang="fr-FR" dirty="0"/>
            <a:t>Forte dépendance </a:t>
          </a:r>
        </a:p>
      </dgm:t>
    </dgm:pt>
    <dgm:pt modelId="{C0C91615-3A19-414B-9DE4-CFA695DDC594}" type="parTrans" cxnId="{42288DA4-0CE5-4798-BB1B-8D5442F821EB}">
      <dgm:prSet/>
      <dgm:spPr/>
      <dgm:t>
        <a:bodyPr/>
        <a:lstStyle/>
        <a:p>
          <a:endParaRPr lang="fr-FR"/>
        </a:p>
      </dgm:t>
    </dgm:pt>
    <dgm:pt modelId="{F4EC21E9-3D0B-48A5-8B60-6C44A44C7367}" type="sibTrans" cxnId="{42288DA4-0CE5-4798-BB1B-8D5442F821EB}">
      <dgm:prSet/>
      <dgm:spPr/>
      <dgm:t>
        <a:bodyPr/>
        <a:lstStyle/>
        <a:p>
          <a:endParaRPr lang="fr-FR"/>
        </a:p>
      </dgm:t>
    </dgm:pt>
    <dgm:pt modelId="{5F0D0BFD-6626-4675-A259-D5E62ABAC145}">
      <dgm:prSet phldrT="[Texte]"/>
      <dgm:spPr>
        <a:solidFill>
          <a:srgbClr val="F7C79B"/>
        </a:solidFill>
      </dgm:spPr>
      <dgm:t>
        <a:bodyPr/>
        <a:lstStyle/>
        <a:p>
          <a:r>
            <a:rPr lang="fr-FR" dirty="0"/>
            <a:t>Problème technique</a:t>
          </a:r>
        </a:p>
      </dgm:t>
    </dgm:pt>
    <dgm:pt modelId="{8762EA83-A27D-4DD1-8ECE-C8D309A52971}" type="parTrans" cxnId="{335389E8-660E-44AC-8A8F-E51F048717EB}">
      <dgm:prSet/>
      <dgm:spPr/>
      <dgm:t>
        <a:bodyPr/>
        <a:lstStyle/>
        <a:p>
          <a:endParaRPr lang="fr-FR"/>
        </a:p>
      </dgm:t>
    </dgm:pt>
    <dgm:pt modelId="{E17673C0-2C45-4BB7-83D1-57EAE551BE97}" type="sibTrans" cxnId="{335389E8-660E-44AC-8A8F-E51F048717EB}">
      <dgm:prSet/>
      <dgm:spPr/>
      <dgm:t>
        <a:bodyPr/>
        <a:lstStyle/>
        <a:p>
          <a:endParaRPr lang="fr-FR"/>
        </a:p>
      </dgm:t>
    </dgm:pt>
    <dgm:pt modelId="{BF39FC1C-E257-4883-98C1-128BA8045B55}">
      <dgm:prSet phldrT="[Texte]"/>
      <dgm:spPr/>
      <dgm:t>
        <a:bodyPr/>
        <a:lstStyle/>
        <a:p>
          <a:r>
            <a:rPr lang="fr-FR" dirty="0"/>
            <a:t>Faille de sécurité </a:t>
          </a:r>
        </a:p>
      </dgm:t>
    </dgm:pt>
    <dgm:pt modelId="{1B59DA35-81C3-419F-98C8-A0A990FC3F6E}" type="parTrans" cxnId="{DC7FFA8B-F286-42B8-86DB-56797855EC18}">
      <dgm:prSet/>
      <dgm:spPr/>
      <dgm:t>
        <a:bodyPr/>
        <a:lstStyle/>
        <a:p>
          <a:endParaRPr lang="fr-FR"/>
        </a:p>
      </dgm:t>
    </dgm:pt>
    <dgm:pt modelId="{4F1B6D76-7FDD-42BE-9A4F-483A06AA9DD3}" type="sibTrans" cxnId="{DC7FFA8B-F286-42B8-86DB-56797855EC18}">
      <dgm:prSet/>
      <dgm:spPr/>
      <dgm:t>
        <a:bodyPr/>
        <a:lstStyle/>
        <a:p>
          <a:endParaRPr lang="fr-FR"/>
        </a:p>
      </dgm:t>
    </dgm:pt>
    <dgm:pt modelId="{74690E83-61C6-4189-8AE6-696B9ED1D7EA}">
      <dgm:prSet phldrT="[Texte]"/>
      <dgm:spPr/>
      <dgm:t>
        <a:bodyPr/>
        <a:lstStyle/>
        <a:p>
          <a:r>
            <a:rPr lang="fr-FR" dirty="0"/>
            <a:t>Obsolescence des librairies</a:t>
          </a:r>
        </a:p>
      </dgm:t>
    </dgm:pt>
    <dgm:pt modelId="{DFD6F717-9797-4AB5-8EF5-911155E5B582}" type="parTrans" cxnId="{223BDF8F-6FB6-4EF3-8E8C-9B84C8856D5F}">
      <dgm:prSet/>
      <dgm:spPr/>
      <dgm:t>
        <a:bodyPr/>
        <a:lstStyle/>
        <a:p>
          <a:endParaRPr lang="fr-FR"/>
        </a:p>
      </dgm:t>
    </dgm:pt>
    <dgm:pt modelId="{9E39D147-DA4D-4324-AD7F-6596806C3E1A}" type="sibTrans" cxnId="{223BDF8F-6FB6-4EF3-8E8C-9B84C8856D5F}">
      <dgm:prSet/>
      <dgm:spPr/>
      <dgm:t>
        <a:bodyPr/>
        <a:lstStyle/>
        <a:p>
          <a:endParaRPr lang="fr-FR"/>
        </a:p>
      </dgm:t>
    </dgm:pt>
    <dgm:pt modelId="{3480A85B-7440-49A8-922D-3A9777A40C52}">
      <dgm:prSet phldrT="[Texte]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fr-FR" dirty="0"/>
            <a:t>Impact managérial</a:t>
          </a:r>
        </a:p>
      </dgm:t>
    </dgm:pt>
    <dgm:pt modelId="{7F707B90-38F1-4AEE-9CF4-09CC7FB97079}" type="parTrans" cxnId="{F29618F2-4127-4B13-83CE-953E89479763}">
      <dgm:prSet/>
      <dgm:spPr/>
      <dgm:t>
        <a:bodyPr/>
        <a:lstStyle/>
        <a:p>
          <a:endParaRPr lang="fr-FR"/>
        </a:p>
      </dgm:t>
    </dgm:pt>
    <dgm:pt modelId="{9B792A1C-65FF-48DA-80B8-21AB1486CBBD}" type="sibTrans" cxnId="{F29618F2-4127-4B13-83CE-953E89479763}">
      <dgm:prSet/>
      <dgm:spPr/>
      <dgm:t>
        <a:bodyPr/>
        <a:lstStyle/>
        <a:p>
          <a:endParaRPr lang="fr-FR"/>
        </a:p>
      </dgm:t>
    </dgm:pt>
    <dgm:pt modelId="{07C4C654-2CB8-41AD-A4D6-C88533D98F0D}">
      <dgm:prSet phldrT="[Texte]"/>
      <dgm:spPr/>
      <dgm:t>
        <a:bodyPr/>
        <a:lstStyle/>
        <a:p>
          <a:r>
            <a:rPr lang="fr-FR" dirty="0"/>
            <a:t>Montée en compétence bloqué</a:t>
          </a:r>
        </a:p>
      </dgm:t>
    </dgm:pt>
    <dgm:pt modelId="{654C74F7-77F6-4E2E-BA31-B4B03CBFB093}" type="parTrans" cxnId="{552ABB68-AF19-401C-8AD8-03303FE7F9C2}">
      <dgm:prSet/>
      <dgm:spPr/>
      <dgm:t>
        <a:bodyPr/>
        <a:lstStyle/>
        <a:p>
          <a:endParaRPr lang="fr-FR"/>
        </a:p>
      </dgm:t>
    </dgm:pt>
    <dgm:pt modelId="{0D5924D4-58C1-4A74-8678-71FB8E768B0F}" type="sibTrans" cxnId="{552ABB68-AF19-401C-8AD8-03303FE7F9C2}">
      <dgm:prSet/>
      <dgm:spPr/>
      <dgm:t>
        <a:bodyPr/>
        <a:lstStyle/>
        <a:p>
          <a:endParaRPr lang="fr-FR"/>
        </a:p>
      </dgm:t>
    </dgm:pt>
    <dgm:pt modelId="{C05FED95-3C2D-4173-B998-2E6ADB335FF5}">
      <dgm:prSet phldrT="[Texte]"/>
      <dgm:spPr/>
      <dgm:t>
        <a:bodyPr/>
        <a:lstStyle/>
        <a:p>
          <a:r>
            <a:rPr lang="fr-FR" dirty="0"/>
            <a:t>Frein à la modernisation</a:t>
          </a:r>
        </a:p>
      </dgm:t>
    </dgm:pt>
    <dgm:pt modelId="{25968594-BAE6-4F34-A4FC-BBE540940B40}" type="parTrans" cxnId="{C0313522-2C27-4911-A2B9-D961DD579F8B}">
      <dgm:prSet/>
      <dgm:spPr/>
      <dgm:t>
        <a:bodyPr/>
        <a:lstStyle/>
        <a:p>
          <a:endParaRPr lang="fr-FR"/>
        </a:p>
      </dgm:t>
    </dgm:pt>
    <dgm:pt modelId="{5C3C9C6E-5EFF-4F67-8A0C-2128BE56A3AD}" type="sibTrans" cxnId="{C0313522-2C27-4911-A2B9-D961DD579F8B}">
      <dgm:prSet/>
      <dgm:spPr/>
      <dgm:t>
        <a:bodyPr/>
        <a:lstStyle/>
        <a:p>
          <a:endParaRPr lang="fr-FR"/>
        </a:p>
      </dgm:t>
    </dgm:pt>
    <dgm:pt modelId="{7A4274F5-0C94-4AA6-B0B0-A0AED6D59E8B}" type="pres">
      <dgm:prSet presAssocID="{52C7FF95-9D7D-4E64-BB5D-B7389A0C0AE8}" presName="theList" presStyleCnt="0">
        <dgm:presLayoutVars>
          <dgm:dir/>
          <dgm:animLvl val="lvl"/>
          <dgm:resizeHandles val="exact"/>
        </dgm:presLayoutVars>
      </dgm:prSet>
      <dgm:spPr/>
    </dgm:pt>
    <dgm:pt modelId="{D3559630-A6B5-46B6-8BEB-182C46CC058B}" type="pres">
      <dgm:prSet presAssocID="{20A558E7-1F2C-4BD0-A593-AC717524A060}" presName="compNode" presStyleCnt="0"/>
      <dgm:spPr/>
    </dgm:pt>
    <dgm:pt modelId="{B09DB423-EB0B-42CD-99A5-ED17CB3D79B5}" type="pres">
      <dgm:prSet presAssocID="{20A558E7-1F2C-4BD0-A593-AC717524A060}" presName="aNode" presStyleLbl="bgShp" presStyleIdx="0" presStyleCnt="3"/>
      <dgm:spPr/>
    </dgm:pt>
    <dgm:pt modelId="{124A671E-FCAB-4643-AE3F-0128F3C61F0C}" type="pres">
      <dgm:prSet presAssocID="{20A558E7-1F2C-4BD0-A593-AC717524A060}" presName="textNode" presStyleLbl="bgShp" presStyleIdx="0" presStyleCnt="3"/>
      <dgm:spPr/>
    </dgm:pt>
    <dgm:pt modelId="{13520E16-A0B6-4513-9E2C-4AC746D26CC7}" type="pres">
      <dgm:prSet presAssocID="{20A558E7-1F2C-4BD0-A593-AC717524A060}" presName="compChildNode" presStyleCnt="0"/>
      <dgm:spPr/>
    </dgm:pt>
    <dgm:pt modelId="{1451D2D1-9CD6-44A7-820C-189E08141D40}" type="pres">
      <dgm:prSet presAssocID="{20A558E7-1F2C-4BD0-A593-AC717524A060}" presName="theInnerList" presStyleCnt="0"/>
      <dgm:spPr/>
    </dgm:pt>
    <dgm:pt modelId="{3945518A-646B-4900-AD7C-06FD5F77672E}" type="pres">
      <dgm:prSet presAssocID="{6AE02A37-4727-4590-A966-28B7C48A2954}" presName="childNode" presStyleLbl="node1" presStyleIdx="0" presStyleCnt="6">
        <dgm:presLayoutVars>
          <dgm:bulletEnabled val="1"/>
        </dgm:presLayoutVars>
      </dgm:prSet>
      <dgm:spPr/>
    </dgm:pt>
    <dgm:pt modelId="{29DB472D-5A29-4C54-B35A-457331AF1F6C}" type="pres">
      <dgm:prSet presAssocID="{6AE02A37-4727-4590-A966-28B7C48A2954}" presName="aSpace2" presStyleCnt="0"/>
      <dgm:spPr/>
    </dgm:pt>
    <dgm:pt modelId="{F6A38D92-FCAE-41AD-8E54-C5CC72341466}" type="pres">
      <dgm:prSet presAssocID="{B07509B5-0C77-453C-99B4-CE6C6A7D712C}" presName="childNode" presStyleLbl="node1" presStyleIdx="1" presStyleCnt="6">
        <dgm:presLayoutVars>
          <dgm:bulletEnabled val="1"/>
        </dgm:presLayoutVars>
      </dgm:prSet>
      <dgm:spPr/>
    </dgm:pt>
    <dgm:pt modelId="{33DBF058-D25F-4D6F-BBBB-DBED839BCDFF}" type="pres">
      <dgm:prSet presAssocID="{20A558E7-1F2C-4BD0-A593-AC717524A060}" presName="aSpace" presStyleCnt="0"/>
      <dgm:spPr/>
    </dgm:pt>
    <dgm:pt modelId="{6D2A5BAB-C227-4FF5-9A72-041BB6E8372D}" type="pres">
      <dgm:prSet presAssocID="{5F0D0BFD-6626-4675-A259-D5E62ABAC145}" presName="compNode" presStyleCnt="0"/>
      <dgm:spPr/>
    </dgm:pt>
    <dgm:pt modelId="{D92489B4-0A80-473D-A0AF-CA676889B937}" type="pres">
      <dgm:prSet presAssocID="{5F0D0BFD-6626-4675-A259-D5E62ABAC145}" presName="aNode" presStyleLbl="bgShp" presStyleIdx="1" presStyleCnt="3"/>
      <dgm:spPr/>
    </dgm:pt>
    <dgm:pt modelId="{43615462-2D5A-48F3-9B36-A5AEC7944560}" type="pres">
      <dgm:prSet presAssocID="{5F0D0BFD-6626-4675-A259-D5E62ABAC145}" presName="textNode" presStyleLbl="bgShp" presStyleIdx="1" presStyleCnt="3"/>
      <dgm:spPr/>
    </dgm:pt>
    <dgm:pt modelId="{6D70F4F3-25FF-46AC-82A6-BD6D6C000405}" type="pres">
      <dgm:prSet presAssocID="{5F0D0BFD-6626-4675-A259-D5E62ABAC145}" presName="compChildNode" presStyleCnt="0"/>
      <dgm:spPr/>
    </dgm:pt>
    <dgm:pt modelId="{878FCD1F-6DDE-496C-B5EA-1A4D44815639}" type="pres">
      <dgm:prSet presAssocID="{5F0D0BFD-6626-4675-A259-D5E62ABAC145}" presName="theInnerList" presStyleCnt="0"/>
      <dgm:spPr/>
    </dgm:pt>
    <dgm:pt modelId="{5ACEF36B-4DAB-4C7F-899F-B348691578C9}" type="pres">
      <dgm:prSet presAssocID="{BF39FC1C-E257-4883-98C1-128BA8045B55}" presName="childNode" presStyleLbl="node1" presStyleIdx="2" presStyleCnt="6">
        <dgm:presLayoutVars>
          <dgm:bulletEnabled val="1"/>
        </dgm:presLayoutVars>
      </dgm:prSet>
      <dgm:spPr/>
    </dgm:pt>
    <dgm:pt modelId="{BECD57DF-38A5-4D95-B5DB-4A1CBE3CD7E6}" type="pres">
      <dgm:prSet presAssocID="{BF39FC1C-E257-4883-98C1-128BA8045B55}" presName="aSpace2" presStyleCnt="0"/>
      <dgm:spPr/>
    </dgm:pt>
    <dgm:pt modelId="{954B730F-2B7A-4C66-92BD-D045A8D499DB}" type="pres">
      <dgm:prSet presAssocID="{74690E83-61C6-4189-8AE6-696B9ED1D7EA}" presName="childNode" presStyleLbl="node1" presStyleIdx="3" presStyleCnt="6">
        <dgm:presLayoutVars>
          <dgm:bulletEnabled val="1"/>
        </dgm:presLayoutVars>
      </dgm:prSet>
      <dgm:spPr/>
    </dgm:pt>
    <dgm:pt modelId="{652300A3-D39E-40E1-94BF-BA1F1D1B8316}" type="pres">
      <dgm:prSet presAssocID="{5F0D0BFD-6626-4675-A259-D5E62ABAC145}" presName="aSpace" presStyleCnt="0"/>
      <dgm:spPr/>
    </dgm:pt>
    <dgm:pt modelId="{295E3D6D-8CD6-46D1-A347-4A0189FDEB33}" type="pres">
      <dgm:prSet presAssocID="{3480A85B-7440-49A8-922D-3A9777A40C52}" presName="compNode" presStyleCnt="0"/>
      <dgm:spPr/>
    </dgm:pt>
    <dgm:pt modelId="{E2B65EB2-0B81-43B6-B844-B15907E99A84}" type="pres">
      <dgm:prSet presAssocID="{3480A85B-7440-49A8-922D-3A9777A40C52}" presName="aNode" presStyleLbl="bgShp" presStyleIdx="2" presStyleCnt="3" custLinFactNeighborX="19889" custLinFactNeighborY="4064"/>
      <dgm:spPr/>
    </dgm:pt>
    <dgm:pt modelId="{A915F785-8EA3-4111-BF39-F90CCB46B3AB}" type="pres">
      <dgm:prSet presAssocID="{3480A85B-7440-49A8-922D-3A9777A40C52}" presName="textNode" presStyleLbl="bgShp" presStyleIdx="2" presStyleCnt="3"/>
      <dgm:spPr/>
    </dgm:pt>
    <dgm:pt modelId="{ACA1DAF6-2DE2-488A-8B12-783882391FD5}" type="pres">
      <dgm:prSet presAssocID="{3480A85B-7440-49A8-922D-3A9777A40C52}" presName="compChildNode" presStyleCnt="0"/>
      <dgm:spPr/>
    </dgm:pt>
    <dgm:pt modelId="{56C5934E-3A2F-4140-8C92-3F517109231D}" type="pres">
      <dgm:prSet presAssocID="{3480A85B-7440-49A8-922D-3A9777A40C52}" presName="theInnerList" presStyleCnt="0"/>
      <dgm:spPr/>
    </dgm:pt>
    <dgm:pt modelId="{F6DC305A-A80B-4CDC-8937-086FD15D9C65}" type="pres">
      <dgm:prSet presAssocID="{07C4C654-2CB8-41AD-A4D6-C88533D98F0D}" presName="childNode" presStyleLbl="node1" presStyleIdx="4" presStyleCnt="6">
        <dgm:presLayoutVars>
          <dgm:bulletEnabled val="1"/>
        </dgm:presLayoutVars>
      </dgm:prSet>
      <dgm:spPr/>
    </dgm:pt>
    <dgm:pt modelId="{3CB5DE54-6DB8-49B5-9ED5-AE2BE664ECD1}" type="pres">
      <dgm:prSet presAssocID="{07C4C654-2CB8-41AD-A4D6-C88533D98F0D}" presName="aSpace2" presStyleCnt="0"/>
      <dgm:spPr/>
    </dgm:pt>
    <dgm:pt modelId="{842CB38A-AD79-46EA-A6D7-F494AA080FDB}" type="pres">
      <dgm:prSet presAssocID="{C05FED95-3C2D-4173-B998-2E6ADB335FF5}" presName="childNode" presStyleLbl="node1" presStyleIdx="5" presStyleCnt="6">
        <dgm:presLayoutVars>
          <dgm:bulletEnabled val="1"/>
        </dgm:presLayoutVars>
      </dgm:prSet>
      <dgm:spPr/>
    </dgm:pt>
  </dgm:ptLst>
  <dgm:cxnLst>
    <dgm:cxn modelId="{A9EDED10-2C41-4E23-8DDC-06451C576300}" type="presOf" srcId="{20A558E7-1F2C-4BD0-A593-AC717524A060}" destId="{124A671E-FCAB-4643-AE3F-0128F3C61F0C}" srcOrd="1" destOrd="0" presId="urn:microsoft.com/office/officeart/2005/8/layout/lProcess2"/>
    <dgm:cxn modelId="{CC148015-7C01-4C1A-A10B-3CA5EA465F02}" type="presOf" srcId="{B07509B5-0C77-453C-99B4-CE6C6A7D712C}" destId="{F6A38D92-FCAE-41AD-8E54-C5CC72341466}" srcOrd="0" destOrd="0" presId="urn:microsoft.com/office/officeart/2005/8/layout/lProcess2"/>
    <dgm:cxn modelId="{C0313522-2C27-4911-A2B9-D961DD579F8B}" srcId="{3480A85B-7440-49A8-922D-3A9777A40C52}" destId="{C05FED95-3C2D-4173-B998-2E6ADB335FF5}" srcOrd="1" destOrd="0" parTransId="{25968594-BAE6-4F34-A4FC-BBE540940B40}" sibTransId="{5C3C9C6E-5EFF-4F67-8A0C-2128BE56A3AD}"/>
    <dgm:cxn modelId="{7568DA23-FFBB-4E25-B081-536ACCC082B7}" type="presOf" srcId="{BF39FC1C-E257-4883-98C1-128BA8045B55}" destId="{5ACEF36B-4DAB-4C7F-899F-B348691578C9}" srcOrd="0" destOrd="0" presId="urn:microsoft.com/office/officeart/2005/8/layout/lProcess2"/>
    <dgm:cxn modelId="{E55C7841-7B00-4352-B03C-7D2666C5C8E4}" type="presOf" srcId="{20A558E7-1F2C-4BD0-A593-AC717524A060}" destId="{B09DB423-EB0B-42CD-99A5-ED17CB3D79B5}" srcOrd="0" destOrd="0" presId="urn:microsoft.com/office/officeart/2005/8/layout/lProcess2"/>
    <dgm:cxn modelId="{FDBDCF61-2E73-469E-A372-B6ED351C8D18}" type="presOf" srcId="{C05FED95-3C2D-4173-B998-2E6ADB335FF5}" destId="{842CB38A-AD79-46EA-A6D7-F494AA080FDB}" srcOrd="0" destOrd="0" presId="urn:microsoft.com/office/officeart/2005/8/layout/lProcess2"/>
    <dgm:cxn modelId="{552ABB68-AF19-401C-8AD8-03303FE7F9C2}" srcId="{3480A85B-7440-49A8-922D-3A9777A40C52}" destId="{07C4C654-2CB8-41AD-A4D6-C88533D98F0D}" srcOrd="0" destOrd="0" parTransId="{654C74F7-77F6-4E2E-BA31-B4B03CBFB093}" sibTransId="{0D5924D4-58C1-4A74-8678-71FB8E768B0F}"/>
    <dgm:cxn modelId="{A24BFC6E-1DC1-4BD2-8996-B5145A3CF3A0}" type="presOf" srcId="{5F0D0BFD-6626-4675-A259-D5E62ABAC145}" destId="{D92489B4-0A80-473D-A0AF-CA676889B937}" srcOrd="0" destOrd="0" presId="urn:microsoft.com/office/officeart/2005/8/layout/lProcess2"/>
    <dgm:cxn modelId="{D930EB77-3FED-42EA-9131-0EA29C06883B}" type="presOf" srcId="{74690E83-61C6-4189-8AE6-696B9ED1D7EA}" destId="{954B730F-2B7A-4C66-92BD-D045A8D499DB}" srcOrd="0" destOrd="0" presId="urn:microsoft.com/office/officeart/2005/8/layout/lProcess2"/>
    <dgm:cxn modelId="{B748DC7D-016C-48A3-A33A-3F038DF63682}" type="presOf" srcId="{52C7FF95-9D7D-4E64-BB5D-B7389A0C0AE8}" destId="{7A4274F5-0C94-4AA6-B0B0-A0AED6D59E8B}" srcOrd="0" destOrd="0" presId="urn:microsoft.com/office/officeart/2005/8/layout/lProcess2"/>
    <dgm:cxn modelId="{820B6B89-55CF-45D2-B14B-DA8C3D0F4041}" srcId="{20A558E7-1F2C-4BD0-A593-AC717524A060}" destId="{6AE02A37-4727-4590-A966-28B7C48A2954}" srcOrd="0" destOrd="0" parTransId="{862A8A66-0F07-4148-A150-7456D45C2DD8}" sibTransId="{C194B134-00E3-426B-B9AC-7A1F22279609}"/>
    <dgm:cxn modelId="{DC7FFA8B-F286-42B8-86DB-56797855EC18}" srcId="{5F0D0BFD-6626-4675-A259-D5E62ABAC145}" destId="{BF39FC1C-E257-4883-98C1-128BA8045B55}" srcOrd="0" destOrd="0" parTransId="{1B59DA35-81C3-419F-98C8-A0A990FC3F6E}" sibTransId="{4F1B6D76-7FDD-42BE-9A4F-483A06AA9DD3}"/>
    <dgm:cxn modelId="{A35EAC8D-A79C-4268-9AE8-09CF4A27B082}" type="presOf" srcId="{07C4C654-2CB8-41AD-A4D6-C88533D98F0D}" destId="{F6DC305A-A80B-4CDC-8937-086FD15D9C65}" srcOrd="0" destOrd="0" presId="urn:microsoft.com/office/officeart/2005/8/layout/lProcess2"/>
    <dgm:cxn modelId="{223BDF8F-6FB6-4EF3-8E8C-9B84C8856D5F}" srcId="{5F0D0BFD-6626-4675-A259-D5E62ABAC145}" destId="{74690E83-61C6-4189-8AE6-696B9ED1D7EA}" srcOrd="1" destOrd="0" parTransId="{DFD6F717-9797-4AB5-8EF5-911155E5B582}" sibTransId="{9E39D147-DA4D-4324-AD7F-6596806C3E1A}"/>
    <dgm:cxn modelId="{94561D90-B203-4AFD-B79A-9A039AA578C9}" type="presOf" srcId="{3480A85B-7440-49A8-922D-3A9777A40C52}" destId="{A915F785-8EA3-4111-BF39-F90CCB46B3AB}" srcOrd="1" destOrd="0" presId="urn:microsoft.com/office/officeart/2005/8/layout/lProcess2"/>
    <dgm:cxn modelId="{CED4DD90-8BD9-4988-B936-995FB2ACBCF5}" type="presOf" srcId="{3480A85B-7440-49A8-922D-3A9777A40C52}" destId="{E2B65EB2-0B81-43B6-B844-B15907E99A84}" srcOrd="0" destOrd="0" presId="urn:microsoft.com/office/officeart/2005/8/layout/lProcess2"/>
    <dgm:cxn modelId="{42288DA4-0CE5-4798-BB1B-8D5442F821EB}" srcId="{20A558E7-1F2C-4BD0-A593-AC717524A060}" destId="{B07509B5-0C77-453C-99B4-CE6C6A7D712C}" srcOrd="1" destOrd="0" parTransId="{C0C91615-3A19-414B-9DE4-CFA695DDC594}" sibTransId="{F4EC21E9-3D0B-48A5-8B60-6C44A44C7367}"/>
    <dgm:cxn modelId="{FEBBB6B0-6211-444C-8E1C-94E44AC686DD}" type="presOf" srcId="{5F0D0BFD-6626-4675-A259-D5E62ABAC145}" destId="{43615462-2D5A-48F3-9B36-A5AEC7944560}" srcOrd="1" destOrd="0" presId="urn:microsoft.com/office/officeart/2005/8/layout/lProcess2"/>
    <dgm:cxn modelId="{089555B2-4C75-4004-8969-A2161C09B71E}" srcId="{52C7FF95-9D7D-4E64-BB5D-B7389A0C0AE8}" destId="{20A558E7-1F2C-4BD0-A593-AC717524A060}" srcOrd="0" destOrd="0" parTransId="{974E0F7C-6DA9-4268-A820-B95473EFD6ED}" sibTransId="{B86FE7F1-E469-4742-AE12-6F3DA2A46472}"/>
    <dgm:cxn modelId="{168699D7-9CAA-4A54-85EA-9CE0054E4E84}" type="presOf" srcId="{6AE02A37-4727-4590-A966-28B7C48A2954}" destId="{3945518A-646B-4900-AD7C-06FD5F77672E}" srcOrd="0" destOrd="0" presId="urn:microsoft.com/office/officeart/2005/8/layout/lProcess2"/>
    <dgm:cxn modelId="{335389E8-660E-44AC-8A8F-E51F048717EB}" srcId="{52C7FF95-9D7D-4E64-BB5D-B7389A0C0AE8}" destId="{5F0D0BFD-6626-4675-A259-D5E62ABAC145}" srcOrd="1" destOrd="0" parTransId="{8762EA83-A27D-4DD1-8ECE-C8D309A52971}" sibTransId="{E17673C0-2C45-4BB7-83D1-57EAE551BE97}"/>
    <dgm:cxn modelId="{F29618F2-4127-4B13-83CE-953E89479763}" srcId="{52C7FF95-9D7D-4E64-BB5D-B7389A0C0AE8}" destId="{3480A85B-7440-49A8-922D-3A9777A40C52}" srcOrd="2" destOrd="0" parTransId="{7F707B90-38F1-4AEE-9CF4-09CC7FB97079}" sibTransId="{9B792A1C-65FF-48DA-80B8-21AB1486CBBD}"/>
    <dgm:cxn modelId="{3EF2B345-0EEF-4B1C-A6BC-27A8842DBEB6}" type="presParOf" srcId="{7A4274F5-0C94-4AA6-B0B0-A0AED6D59E8B}" destId="{D3559630-A6B5-46B6-8BEB-182C46CC058B}" srcOrd="0" destOrd="0" presId="urn:microsoft.com/office/officeart/2005/8/layout/lProcess2"/>
    <dgm:cxn modelId="{DB42B300-2468-43BA-88A6-1DCF455444D3}" type="presParOf" srcId="{D3559630-A6B5-46B6-8BEB-182C46CC058B}" destId="{B09DB423-EB0B-42CD-99A5-ED17CB3D79B5}" srcOrd="0" destOrd="0" presId="urn:microsoft.com/office/officeart/2005/8/layout/lProcess2"/>
    <dgm:cxn modelId="{F7C1EBEF-972D-420A-8FBB-19237AE00C48}" type="presParOf" srcId="{D3559630-A6B5-46B6-8BEB-182C46CC058B}" destId="{124A671E-FCAB-4643-AE3F-0128F3C61F0C}" srcOrd="1" destOrd="0" presId="urn:microsoft.com/office/officeart/2005/8/layout/lProcess2"/>
    <dgm:cxn modelId="{B548F14C-B2BD-4082-AC11-C848CFF1895F}" type="presParOf" srcId="{D3559630-A6B5-46B6-8BEB-182C46CC058B}" destId="{13520E16-A0B6-4513-9E2C-4AC746D26CC7}" srcOrd="2" destOrd="0" presId="urn:microsoft.com/office/officeart/2005/8/layout/lProcess2"/>
    <dgm:cxn modelId="{6933C372-E6B1-444F-A1F5-C523800112D0}" type="presParOf" srcId="{13520E16-A0B6-4513-9E2C-4AC746D26CC7}" destId="{1451D2D1-9CD6-44A7-820C-189E08141D40}" srcOrd="0" destOrd="0" presId="urn:microsoft.com/office/officeart/2005/8/layout/lProcess2"/>
    <dgm:cxn modelId="{26A7ADCB-E239-4A8E-A163-03CA821F7780}" type="presParOf" srcId="{1451D2D1-9CD6-44A7-820C-189E08141D40}" destId="{3945518A-646B-4900-AD7C-06FD5F77672E}" srcOrd="0" destOrd="0" presId="urn:microsoft.com/office/officeart/2005/8/layout/lProcess2"/>
    <dgm:cxn modelId="{1CAF2109-5117-4F7F-8DBA-D6BF11CFFD00}" type="presParOf" srcId="{1451D2D1-9CD6-44A7-820C-189E08141D40}" destId="{29DB472D-5A29-4C54-B35A-457331AF1F6C}" srcOrd="1" destOrd="0" presId="urn:microsoft.com/office/officeart/2005/8/layout/lProcess2"/>
    <dgm:cxn modelId="{7ECC6800-9EA8-47F7-97C9-7CE0A26DED80}" type="presParOf" srcId="{1451D2D1-9CD6-44A7-820C-189E08141D40}" destId="{F6A38D92-FCAE-41AD-8E54-C5CC72341466}" srcOrd="2" destOrd="0" presId="urn:microsoft.com/office/officeart/2005/8/layout/lProcess2"/>
    <dgm:cxn modelId="{FA100E7D-F9F0-48D8-88F9-ACABFFB2AEAF}" type="presParOf" srcId="{7A4274F5-0C94-4AA6-B0B0-A0AED6D59E8B}" destId="{33DBF058-D25F-4D6F-BBBB-DBED839BCDFF}" srcOrd="1" destOrd="0" presId="urn:microsoft.com/office/officeart/2005/8/layout/lProcess2"/>
    <dgm:cxn modelId="{A3B5F802-978A-4A2D-8ACA-7213B21ECF3D}" type="presParOf" srcId="{7A4274F5-0C94-4AA6-B0B0-A0AED6D59E8B}" destId="{6D2A5BAB-C227-4FF5-9A72-041BB6E8372D}" srcOrd="2" destOrd="0" presId="urn:microsoft.com/office/officeart/2005/8/layout/lProcess2"/>
    <dgm:cxn modelId="{4535FCE7-BF17-4018-9AB1-4E705D4FED88}" type="presParOf" srcId="{6D2A5BAB-C227-4FF5-9A72-041BB6E8372D}" destId="{D92489B4-0A80-473D-A0AF-CA676889B937}" srcOrd="0" destOrd="0" presId="urn:microsoft.com/office/officeart/2005/8/layout/lProcess2"/>
    <dgm:cxn modelId="{F523ED3F-B199-4746-9C77-FF56647F1997}" type="presParOf" srcId="{6D2A5BAB-C227-4FF5-9A72-041BB6E8372D}" destId="{43615462-2D5A-48F3-9B36-A5AEC7944560}" srcOrd="1" destOrd="0" presId="urn:microsoft.com/office/officeart/2005/8/layout/lProcess2"/>
    <dgm:cxn modelId="{78726498-19B6-4D00-80DB-A73B1889963E}" type="presParOf" srcId="{6D2A5BAB-C227-4FF5-9A72-041BB6E8372D}" destId="{6D70F4F3-25FF-46AC-82A6-BD6D6C000405}" srcOrd="2" destOrd="0" presId="urn:microsoft.com/office/officeart/2005/8/layout/lProcess2"/>
    <dgm:cxn modelId="{E2E875A7-9539-42C5-9CDB-CD80080A9354}" type="presParOf" srcId="{6D70F4F3-25FF-46AC-82A6-BD6D6C000405}" destId="{878FCD1F-6DDE-496C-B5EA-1A4D44815639}" srcOrd="0" destOrd="0" presId="urn:microsoft.com/office/officeart/2005/8/layout/lProcess2"/>
    <dgm:cxn modelId="{DEA9C30F-F8F6-49AE-9EC9-921DB53DE222}" type="presParOf" srcId="{878FCD1F-6DDE-496C-B5EA-1A4D44815639}" destId="{5ACEF36B-4DAB-4C7F-899F-B348691578C9}" srcOrd="0" destOrd="0" presId="urn:microsoft.com/office/officeart/2005/8/layout/lProcess2"/>
    <dgm:cxn modelId="{3B7B3B2F-7806-4956-9077-7669312E7DF2}" type="presParOf" srcId="{878FCD1F-6DDE-496C-B5EA-1A4D44815639}" destId="{BECD57DF-38A5-4D95-B5DB-4A1CBE3CD7E6}" srcOrd="1" destOrd="0" presId="urn:microsoft.com/office/officeart/2005/8/layout/lProcess2"/>
    <dgm:cxn modelId="{691D5B4A-1D21-4992-BFDD-F62F73D56222}" type="presParOf" srcId="{878FCD1F-6DDE-496C-B5EA-1A4D44815639}" destId="{954B730F-2B7A-4C66-92BD-D045A8D499DB}" srcOrd="2" destOrd="0" presId="urn:microsoft.com/office/officeart/2005/8/layout/lProcess2"/>
    <dgm:cxn modelId="{95BE0D28-1E6C-4A35-8B1F-83AA0D4967F2}" type="presParOf" srcId="{7A4274F5-0C94-4AA6-B0B0-A0AED6D59E8B}" destId="{652300A3-D39E-40E1-94BF-BA1F1D1B8316}" srcOrd="3" destOrd="0" presId="urn:microsoft.com/office/officeart/2005/8/layout/lProcess2"/>
    <dgm:cxn modelId="{5A2CAC7D-AC11-4572-8165-CAAC0E92C192}" type="presParOf" srcId="{7A4274F5-0C94-4AA6-B0B0-A0AED6D59E8B}" destId="{295E3D6D-8CD6-46D1-A347-4A0189FDEB33}" srcOrd="4" destOrd="0" presId="urn:microsoft.com/office/officeart/2005/8/layout/lProcess2"/>
    <dgm:cxn modelId="{D87A1835-0F32-4643-BABA-9743F36B3F4C}" type="presParOf" srcId="{295E3D6D-8CD6-46D1-A347-4A0189FDEB33}" destId="{E2B65EB2-0B81-43B6-B844-B15907E99A84}" srcOrd="0" destOrd="0" presId="urn:microsoft.com/office/officeart/2005/8/layout/lProcess2"/>
    <dgm:cxn modelId="{E209BD2A-85D8-4478-8CA5-FE48369615BF}" type="presParOf" srcId="{295E3D6D-8CD6-46D1-A347-4A0189FDEB33}" destId="{A915F785-8EA3-4111-BF39-F90CCB46B3AB}" srcOrd="1" destOrd="0" presId="urn:microsoft.com/office/officeart/2005/8/layout/lProcess2"/>
    <dgm:cxn modelId="{791FE7AD-34A2-447F-B802-49986A1E48C9}" type="presParOf" srcId="{295E3D6D-8CD6-46D1-A347-4A0189FDEB33}" destId="{ACA1DAF6-2DE2-488A-8B12-783882391FD5}" srcOrd="2" destOrd="0" presId="urn:microsoft.com/office/officeart/2005/8/layout/lProcess2"/>
    <dgm:cxn modelId="{A0BF068E-49D2-4D19-8B20-7F9B5AF3B61D}" type="presParOf" srcId="{ACA1DAF6-2DE2-488A-8B12-783882391FD5}" destId="{56C5934E-3A2F-4140-8C92-3F517109231D}" srcOrd="0" destOrd="0" presId="urn:microsoft.com/office/officeart/2005/8/layout/lProcess2"/>
    <dgm:cxn modelId="{1A302B49-F7BB-4FA0-B43A-9D0CC61DD303}" type="presParOf" srcId="{56C5934E-3A2F-4140-8C92-3F517109231D}" destId="{F6DC305A-A80B-4CDC-8937-086FD15D9C65}" srcOrd="0" destOrd="0" presId="urn:microsoft.com/office/officeart/2005/8/layout/lProcess2"/>
    <dgm:cxn modelId="{DF594706-DFC3-4E7D-B4CA-F90BDA7320C0}" type="presParOf" srcId="{56C5934E-3A2F-4140-8C92-3F517109231D}" destId="{3CB5DE54-6DB8-49B5-9ED5-AE2BE664ECD1}" srcOrd="1" destOrd="0" presId="urn:microsoft.com/office/officeart/2005/8/layout/lProcess2"/>
    <dgm:cxn modelId="{973FB62C-4A71-40F7-A63D-D29CD56CF433}" type="presParOf" srcId="{56C5934E-3A2F-4140-8C92-3F517109231D}" destId="{842CB38A-AD79-46EA-A6D7-F494AA080FDB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0C21FC-6668-4A4B-8F9A-D7ADD95D0BE4}" type="doc">
      <dgm:prSet loTypeId="urn:microsoft.com/office/officeart/2005/8/layout/hierarchy3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27B547F-9376-495A-9422-B7FFEC1E19DC}">
      <dgm:prSet phldrT="[Texte]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fr-FR" dirty="0"/>
            <a:t>Technique</a:t>
          </a:r>
        </a:p>
      </dgm:t>
    </dgm:pt>
    <dgm:pt modelId="{0FBD6AA0-4AA9-46CD-8489-D3FE6CB5E983}" type="parTrans" cxnId="{DEC9C4F2-F433-4752-89A9-DD9A56B673AC}">
      <dgm:prSet/>
      <dgm:spPr/>
      <dgm:t>
        <a:bodyPr/>
        <a:lstStyle/>
        <a:p>
          <a:endParaRPr lang="fr-FR"/>
        </a:p>
      </dgm:t>
    </dgm:pt>
    <dgm:pt modelId="{DDD1D3D4-FEFC-42F8-8174-A316471593ED}" type="sibTrans" cxnId="{DEC9C4F2-F433-4752-89A9-DD9A56B673AC}">
      <dgm:prSet/>
      <dgm:spPr/>
      <dgm:t>
        <a:bodyPr/>
        <a:lstStyle/>
        <a:p>
          <a:endParaRPr lang="fr-FR"/>
        </a:p>
      </dgm:t>
    </dgm:pt>
    <dgm:pt modelId="{B5FD2FC4-41CD-400F-ADAF-2608FDBA2D25}">
      <dgm:prSet phldrT="[Texte]"/>
      <dgm:spPr>
        <a:solidFill>
          <a:schemeClr val="tx2">
            <a:lumMod val="90000"/>
            <a:alpha val="90000"/>
          </a:schemeClr>
        </a:solidFill>
      </dgm:spPr>
      <dgm:t>
        <a:bodyPr/>
        <a:lstStyle/>
        <a:p>
          <a:r>
            <a:rPr lang="fr-FR" dirty="0"/>
            <a:t>Migration progressive</a:t>
          </a:r>
        </a:p>
      </dgm:t>
    </dgm:pt>
    <dgm:pt modelId="{ABED5314-E0F0-4EEC-A603-256459814AF1}" type="parTrans" cxnId="{084463F1-60C7-4D1F-AA21-F6A95B52D0EE}">
      <dgm:prSet/>
      <dgm:spPr/>
      <dgm:t>
        <a:bodyPr/>
        <a:lstStyle/>
        <a:p>
          <a:endParaRPr lang="fr-FR"/>
        </a:p>
      </dgm:t>
    </dgm:pt>
    <dgm:pt modelId="{58CA7C2B-7887-4341-89AC-FDF16FCF5F0F}" type="sibTrans" cxnId="{084463F1-60C7-4D1F-AA21-F6A95B52D0EE}">
      <dgm:prSet/>
      <dgm:spPr/>
      <dgm:t>
        <a:bodyPr/>
        <a:lstStyle/>
        <a:p>
          <a:endParaRPr lang="fr-FR"/>
        </a:p>
      </dgm:t>
    </dgm:pt>
    <dgm:pt modelId="{7EAB2F96-E12F-4E74-83EA-4279FF6A8BD1}">
      <dgm:prSet phldrT="[Texte]"/>
      <dgm:spPr>
        <a:solidFill>
          <a:schemeClr val="tx2">
            <a:lumMod val="90000"/>
            <a:alpha val="90000"/>
          </a:schemeClr>
        </a:solidFill>
      </dgm:spPr>
      <dgm:t>
        <a:bodyPr/>
        <a:lstStyle/>
        <a:p>
          <a:r>
            <a:rPr lang="fr-FR" dirty="0"/>
            <a:t>Intégration de nouvelle technologie</a:t>
          </a:r>
        </a:p>
      </dgm:t>
    </dgm:pt>
    <dgm:pt modelId="{46E31A29-AB77-45A8-9E60-F9D4BF7A9AAD}" type="parTrans" cxnId="{10F9FB95-8B54-4BE4-806F-8A6588CAD197}">
      <dgm:prSet/>
      <dgm:spPr/>
      <dgm:t>
        <a:bodyPr/>
        <a:lstStyle/>
        <a:p>
          <a:endParaRPr lang="fr-FR"/>
        </a:p>
      </dgm:t>
    </dgm:pt>
    <dgm:pt modelId="{F960FBD1-3377-41AF-A9C6-C08249F2143D}" type="sibTrans" cxnId="{10F9FB95-8B54-4BE4-806F-8A6588CAD197}">
      <dgm:prSet/>
      <dgm:spPr/>
      <dgm:t>
        <a:bodyPr/>
        <a:lstStyle/>
        <a:p>
          <a:endParaRPr lang="fr-FR"/>
        </a:p>
      </dgm:t>
    </dgm:pt>
    <dgm:pt modelId="{A6C3321B-CDCB-4467-8931-EBC85A4A6766}">
      <dgm:prSet phldrT="[Texte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fr-FR" dirty="0"/>
            <a:t>Managérial</a:t>
          </a:r>
        </a:p>
      </dgm:t>
    </dgm:pt>
    <dgm:pt modelId="{CD574EDF-B33A-4B2E-8798-4963BF2BBB8F}" type="parTrans" cxnId="{ED2CCAF3-B99B-464A-8A9D-67CD68F2EE39}">
      <dgm:prSet/>
      <dgm:spPr/>
      <dgm:t>
        <a:bodyPr/>
        <a:lstStyle/>
        <a:p>
          <a:endParaRPr lang="fr-FR"/>
        </a:p>
      </dgm:t>
    </dgm:pt>
    <dgm:pt modelId="{19126380-CF0C-441C-A2B8-2C3858BA59BA}" type="sibTrans" cxnId="{ED2CCAF3-B99B-464A-8A9D-67CD68F2EE39}">
      <dgm:prSet/>
      <dgm:spPr/>
      <dgm:t>
        <a:bodyPr/>
        <a:lstStyle/>
        <a:p>
          <a:endParaRPr lang="fr-FR"/>
        </a:p>
      </dgm:t>
    </dgm:pt>
    <dgm:pt modelId="{995432AA-38D7-43F8-B735-54DB95B03F27}">
      <dgm:prSet phldrT="[Texte]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dirty="0"/>
            <a:t>Continuité de service</a:t>
          </a:r>
        </a:p>
      </dgm:t>
    </dgm:pt>
    <dgm:pt modelId="{2C390085-0071-4A4E-8125-B2932FE73B75}" type="parTrans" cxnId="{AE907055-869C-43CC-B611-B2977ADD1168}">
      <dgm:prSet/>
      <dgm:spPr/>
      <dgm:t>
        <a:bodyPr/>
        <a:lstStyle/>
        <a:p>
          <a:endParaRPr lang="fr-FR"/>
        </a:p>
      </dgm:t>
    </dgm:pt>
    <dgm:pt modelId="{B74027FE-A63A-4596-9804-C4ED23E62AC9}" type="sibTrans" cxnId="{AE907055-869C-43CC-B611-B2977ADD1168}">
      <dgm:prSet/>
      <dgm:spPr/>
      <dgm:t>
        <a:bodyPr/>
        <a:lstStyle/>
        <a:p>
          <a:endParaRPr lang="fr-FR"/>
        </a:p>
      </dgm:t>
    </dgm:pt>
    <dgm:pt modelId="{57EECE2D-6572-4BAF-B028-C59B00549A20}">
      <dgm:prSet phldrT="[Texte]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dirty="0"/>
            <a:t>Maintenir le rythme de développement</a:t>
          </a:r>
        </a:p>
      </dgm:t>
    </dgm:pt>
    <dgm:pt modelId="{FDD9ACCA-E802-4479-A9A7-24E56CEC26A6}" type="parTrans" cxnId="{DD2E54BE-BEB8-4EE7-AB48-E39701A0970F}">
      <dgm:prSet/>
      <dgm:spPr/>
      <dgm:t>
        <a:bodyPr/>
        <a:lstStyle/>
        <a:p>
          <a:endParaRPr lang="fr-FR"/>
        </a:p>
      </dgm:t>
    </dgm:pt>
    <dgm:pt modelId="{53E50320-A8E7-4181-B0F7-5296E11C71AA}" type="sibTrans" cxnId="{DD2E54BE-BEB8-4EE7-AB48-E39701A0970F}">
      <dgm:prSet/>
      <dgm:spPr/>
      <dgm:t>
        <a:bodyPr/>
        <a:lstStyle/>
        <a:p>
          <a:endParaRPr lang="fr-FR"/>
        </a:p>
      </dgm:t>
    </dgm:pt>
    <dgm:pt modelId="{1B8318E1-AEE2-404F-886A-C8A9763C98C1}">
      <dgm:prSet phldrT="[Texte]"/>
      <dgm:spPr>
        <a:solidFill>
          <a:schemeClr val="tx2">
            <a:lumMod val="90000"/>
            <a:alpha val="90000"/>
          </a:schemeClr>
        </a:solidFill>
      </dgm:spPr>
      <dgm:t>
        <a:bodyPr/>
        <a:lstStyle/>
        <a:p>
          <a:r>
            <a:rPr lang="fr-FR" dirty="0"/>
            <a:t>Réduction de la dette technique</a:t>
          </a:r>
        </a:p>
      </dgm:t>
    </dgm:pt>
    <dgm:pt modelId="{1D4B103A-CCFF-4A01-9499-3FA5563B3AF8}" type="parTrans" cxnId="{5D96C097-CC4C-46BF-B54A-0C063CBD6C7B}">
      <dgm:prSet/>
      <dgm:spPr/>
      <dgm:t>
        <a:bodyPr/>
        <a:lstStyle/>
        <a:p>
          <a:endParaRPr lang="fr-FR"/>
        </a:p>
      </dgm:t>
    </dgm:pt>
    <dgm:pt modelId="{9398480E-45ED-44DC-A032-2C017A12EB02}" type="sibTrans" cxnId="{5D96C097-CC4C-46BF-B54A-0C063CBD6C7B}">
      <dgm:prSet/>
      <dgm:spPr/>
      <dgm:t>
        <a:bodyPr/>
        <a:lstStyle/>
        <a:p>
          <a:endParaRPr lang="fr-FR"/>
        </a:p>
      </dgm:t>
    </dgm:pt>
    <dgm:pt modelId="{C361DF61-E2B0-4AF4-AC8B-77412322B449}">
      <dgm:prSet phldrT="[Texte]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dirty="0"/>
            <a:t>Garantir la compatibilité avec l’existant  </a:t>
          </a:r>
        </a:p>
      </dgm:t>
    </dgm:pt>
    <dgm:pt modelId="{BCEF152C-28B3-4CCA-A5BF-31B2CFE44E78}" type="parTrans" cxnId="{714DF1FC-6C14-4785-BB3E-56665D93E13B}">
      <dgm:prSet/>
      <dgm:spPr/>
      <dgm:t>
        <a:bodyPr/>
        <a:lstStyle/>
        <a:p>
          <a:endParaRPr lang="fr-FR"/>
        </a:p>
      </dgm:t>
    </dgm:pt>
    <dgm:pt modelId="{265EF858-B3C8-4407-8A8F-4BF0CA0E2D71}" type="sibTrans" cxnId="{714DF1FC-6C14-4785-BB3E-56665D93E13B}">
      <dgm:prSet/>
      <dgm:spPr/>
      <dgm:t>
        <a:bodyPr/>
        <a:lstStyle/>
        <a:p>
          <a:endParaRPr lang="fr-FR"/>
        </a:p>
      </dgm:t>
    </dgm:pt>
    <dgm:pt modelId="{B0999FA5-3A19-4C82-B914-0D0E5DF17306}" type="pres">
      <dgm:prSet presAssocID="{2A0C21FC-6668-4A4B-8F9A-D7ADD95D0BE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16E62EA-6977-43C3-90D6-F0F5EF328FD3}" type="pres">
      <dgm:prSet presAssocID="{F27B547F-9376-495A-9422-B7FFEC1E19DC}" presName="root" presStyleCnt="0"/>
      <dgm:spPr/>
    </dgm:pt>
    <dgm:pt modelId="{35B34F1C-3FD8-48B1-9090-18FA300B18B2}" type="pres">
      <dgm:prSet presAssocID="{F27B547F-9376-495A-9422-B7FFEC1E19DC}" presName="rootComposite" presStyleCnt="0"/>
      <dgm:spPr/>
    </dgm:pt>
    <dgm:pt modelId="{2873D4B3-EF24-4C91-B715-0BD1979837E3}" type="pres">
      <dgm:prSet presAssocID="{F27B547F-9376-495A-9422-B7FFEC1E19DC}" presName="rootText" presStyleLbl="node1" presStyleIdx="0" presStyleCnt="2"/>
      <dgm:spPr/>
    </dgm:pt>
    <dgm:pt modelId="{A8661726-7073-4D8A-A38F-59B63E1CD8FD}" type="pres">
      <dgm:prSet presAssocID="{F27B547F-9376-495A-9422-B7FFEC1E19DC}" presName="rootConnector" presStyleLbl="node1" presStyleIdx="0" presStyleCnt="2"/>
      <dgm:spPr/>
    </dgm:pt>
    <dgm:pt modelId="{FDF04E04-B23B-40A1-A004-6A755232B0BB}" type="pres">
      <dgm:prSet presAssocID="{F27B547F-9376-495A-9422-B7FFEC1E19DC}" presName="childShape" presStyleCnt="0"/>
      <dgm:spPr/>
    </dgm:pt>
    <dgm:pt modelId="{9421E303-D6F3-4B8E-B874-66BE9E46B159}" type="pres">
      <dgm:prSet presAssocID="{ABED5314-E0F0-4EEC-A603-256459814AF1}" presName="Name13" presStyleLbl="parChTrans1D2" presStyleIdx="0" presStyleCnt="6"/>
      <dgm:spPr/>
    </dgm:pt>
    <dgm:pt modelId="{17D4AA84-DC2D-4877-8DC5-AB259FC61408}" type="pres">
      <dgm:prSet presAssocID="{B5FD2FC4-41CD-400F-ADAF-2608FDBA2D25}" presName="childText" presStyleLbl="bgAcc1" presStyleIdx="0" presStyleCnt="6">
        <dgm:presLayoutVars>
          <dgm:bulletEnabled val="1"/>
        </dgm:presLayoutVars>
      </dgm:prSet>
      <dgm:spPr/>
    </dgm:pt>
    <dgm:pt modelId="{6E237BEC-A747-4413-842A-D0BECD2A0C4A}" type="pres">
      <dgm:prSet presAssocID="{46E31A29-AB77-45A8-9E60-F9D4BF7A9AAD}" presName="Name13" presStyleLbl="parChTrans1D2" presStyleIdx="1" presStyleCnt="6"/>
      <dgm:spPr/>
    </dgm:pt>
    <dgm:pt modelId="{147E5873-4733-4968-9906-92F6658688A6}" type="pres">
      <dgm:prSet presAssocID="{7EAB2F96-E12F-4E74-83EA-4279FF6A8BD1}" presName="childText" presStyleLbl="bgAcc1" presStyleIdx="1" presStyleCnt="6">
        <dgm:presLayoutVars>
          <dgm:bulletEnabled val="1"/>
        </dgm:presLayoutVars>
      </dgm:prSet>
      <dgm:spPr/>
    </dgm:pt>
    <dgm:pt modelId="{FB5CE4ED-7D6E-4764-B19A-7E851A6BC339}" type="pres">
      <dgm:prSet presAssocID="{1D4B103A-CCFF-4A01-9499-3FA5563B3AF8}" presName="Name13" presStyleLbl="parChTrans1D2" presStyleIdx="2" presStyleCnt="6"/>
      <dgm:spPr/>
    </dgm:pt>
    <dgm:pt modelId="{671B9839-C5D2-47CD-A8E1-9FFFD05190FB}" type="pres">
      <dgm:prSet presAssocID="{1B8318E1-AEE2-404F-886A-C8A9763C98C1}" presName="childText" presStyleLbl="bgAcc1" presStyleIdx="2" presStyleCnt="6">
        <dgm:presLayoutVars>
          <dgm:bulletEnabled val="1"/>
        </dgm:presLayoutVars>
      </dgm:prSet>
      <dgm:spPr/>
    </dgm:pt>
    <dgm:pt modelId="{AC45637C-64C6-4998-A7FA-DD75BD419A0F}" type="pres">
      <dgm:prSet presAssocID="{A6C3321B-CDCB-4467-8931-EBC85A4A6766}" presName="root" presStyleCnt="0"/>
      <dgm:spPr/>
    </dgm:pt>
    <dgm:pt modelId="{2309FBAF-4E00-4239-8167-DED330C587CE}" type="pres">
      <dgm:prSet presAssocID="{A6C3321B-CDCB-4467-8931-EBC85A4A6766}" presName="rootComposite" presStyleCnt="0"/>
      <dgm:spPr/>
    </dgm:pt>
    <dgm:pt modelId="{4C50F121-703B-4DA0-BC55-BB2AC59F65D5}" type="pres">
      <dgm:prSet presAssocID="{A6C3321B-CDCB-4467-8931-EBC85A4A6766}" presName="rootText" presStyleLbl="node1" presStyleIdx="1" presStyleCnt="2"/>
      <dgm:spPr/>
    </dgm:pt>
    <dgm:pt modelId="{8C9E87E6-719C-46C9-89AE-42925233077D}" type="pres">
      <dgm:prSet presAssocID="{A6C3321B-CDCB-4467-8931-EBC85A4A6766}" presName="rootConnector" presStyleLbl="node1" presStyleIdx="1" presStyleCnt="2"/>
      <dgm:spPr/>
    </dgm:pt>
    <dgm:pt modelId="{31B1B314-E74C-4AF6-B3D8-807CE8F4C952}" type="pres">
      <dgm:prSet presAssocID="{A6C3321B-CDCB-4467-8931-EBC85A4A6766}" presName="childShape" presStyleCnt="0"/>
      <dgm:spPr/>
    </dgm:pt>
    <dgm:pt modelId="{F5C38B01-D840-4AC6-B35B-E9AB26BB6A78}" type="pres">
      <dgm:prSet presAssocID="{2C390085-0071-4A4E-8125-B2932FE73B75}" presName="Name13" presStyleLbl="parChTrans1D2" presStyleIdx="3" presStyleCnt="6"/>
      <dgm:spPr/>
    </dgm:pt>
    <dgm:pt modelId="{EF59975D-AB05-42BB-ADFE-08A74DEB907E}" type="pres">
      <dgm:prSet presAssocID="{995432AA-38D7-43F8-B735-54DB95B03F27}" presName="childText" presStyleLbl="bgAcc1" presStyleIdx="3" presStyleCnt="6">
        <dgm:presLayoutVars>
          <dgm:bulletEnabled val="1"/>
        </dgm:presLayoutVars>
      </dgm:prSet>
      <dgm:spPr/>
    </dgm:pt>
    <dgm:pt modelId="{B446CA58-FFA2-424E-BFC3-40A1777B842B}" type="pres">
      <dgm:prSet presAssocID="{FDD9ACCA-E802-4479-A9A7-24E56CEC26A6}" presName="Name13" presStyleLbl="parChTrans1D2" presStyleIdx="4" presStyleCnt="6"/>
      <dgm:spPr/>
    </dgm:pt>
    <dgm:pt modelId="{980CF278-7827-4A12-860B-DC83F454DBDD}" type="pres">
      <dgm:prSet presAssocID="{57EECE2D-6572-4BAF-B028-C59B00549A20}" presName="childText" presStyleLbl="bgAcc1" presStyleIdx="4" presStyleCnt="6">
        <dgm:presLayoutVars>
          <dgm:bulletEnabled val="1"/>
        </dgm:presLayoutVars>
      </dgm:prSet>
      <dgm:spPr/>
    </dgm:pt>
    <dgm:pt modelId="{D9F51E35-ADFF-4835-B510-BDC1B9F2E622}" type="pres">
      <dgm:prSet presAssocID="{BCEF152C-28B3-4CCA-A5BF-31B2CFE44E78}" presName="Name13" presStyleLbl="parChTrans1D2" presStyleIdx="5" presStyleCnt="6"/>
      <dgm:spPr/>
    </dgm:pt>
    <dgm:pt modelId="{62555157-4A61-4C5B-BC45-C1CE1A53FAE0}" type="pres">
      <dgm:prSet presAssocID="{C361DF61-E2B0-4AF4-AC8B-77412322B449}" presName="childText" presStyleLbl="bgAcc1" presStyleIdx="5" presStyleCnt="6">
        <dgm:presLayoutVars>
          <dgm:bulletEnabled val="1"/>
        </dgm:presLayoutVars>
      </dgm:prSet>
      <dgm:spPr/>
    </dgm:pt>
  </dgm:ptLst>
  <dgm:cxnLst>
    <dgm:cxn modelId="{8445CE19-7633-42C2-92E9-4C82B2CCF06B}" type="presOf" srcId="{2C390085-0071-4A4E-8125-B2932FE73B75}" destId="{F5C38B01-D840-4AC6-B35B-E9AB26BB6A78}" srcOrd="0" destOrd="0" presId="urn:microsoft.com/office/officeart/2005/8/layout/hierarchy3"/>
    <dgm:cxn modelId="{812C0921-B9DC-4A3C-AFF7-F14A48E2B32F}" type="presOf" srcId="{A6C3321B-CDCB-4467-8931-EBC85A4A6766}" destId="{8C9E87E6-719C-46C9-89AE-42925233077D}" srcOrd="1" destOrd="0" presId="urn:microsoft.com/office/officeart/2005/8/layout/hierarchy3"/>
    <dgm:cxn modelId="{22D12A31-5B9B-4C30-B473-B3FB28FC2E3F}" type="presOf" srcId="{C361DF61-E2B0-4AF4-AC8B-77412322B449}" destId="{62555157-4A61-4C5B-BC45-C1CE1A53FAE0}" srcOrd="0" destOrd="0" presId="urn:microsoft.com/office/officeart/2005/8/layout/hierarchy3"/>
    <dgm:cxn modelId="{F39C093D-B4F0-4889-8ABA-CA704962F078}" type="presOf" srcId="{7EAB2F96-E12F-4E74-83EA-4279FF6A8BD1}" destId="{147E5873-4733-4968-9906-92F6658688A6}" srcOrd="0" destOrd="0" presId="urn:microsoft.com/office/officeart/2005/8/layout/hierarchy3"/>
    <dgm:cxn modelId="{910B7941-5D92-46B6-BB46-262017FB60E0}" type="presOf" srcId="{1B8318E1-AEE2-404F-886A-C8A9763C98C1}" destId="{671B9839-C5D2-47CD-A8E1-9FFFD05190FB}" srcOrd="0" destOrd="0" presId="urn:microsoft.com/office/officeart/2005/8/layout/hierarchy3"/>
    <dgm:cxn modelId="{709D0472-D16C-4B42-BCD6-3E074009F445}" type="presOf" srcId="{ABED5314-E0F0-4EEC-A603-256459814AF1}" destId="{9421E303-D6F3-4B8E-B874-66BE9E46B159}" srcOrd="0" destOrd="0" presId="urn:microsoft.com/office/officeart/2005/8/layout/hierarchy3"/>
    <dgm:cxn modelId="{AE907055-869C-43CC-B611-B2977ADD1168}" srcId="{A6C3321B-CDCB-4467-8931-EBC85A4A6766}" destId="{995432AA-38D7-43F8-B735-54DB95B03F27}" srcOrd="0" destOrd="0" parTransId="{2C390085-0071-4A4E-8125-B2932FE73B75}" sibTransId="{B74027FE-A63A-4596-9804-C4ED23E62AC9}"/>
    <dgm:cxn modelId="{1EE2D87E-7FCE-4333-9F78-604ADF91FB7A}" type="presOf" srcId="{995432AA-38D7-43F8-B735-54DB95B03F27}" destId="{EF59975D-AB05-42BB-ADFE-08A74DEB907E}" srcOrd="0" destOrd="0" presId="urn:microsoft.com/office/officeart/2005/8/layout/hierarchy3"/>
    <dgm:cxn modelId="{10F9FB95-8B54-4BE4-806F-8A6588CAD197}" srcId="{F27B547F-9376-495A-9422-B7FFEC1E19DC}" destId="{7EAB2F96-E12F-4E74-83EA-4279FF6A8BD1}" srcOrd="1" destOrd="0" parTransId="{46E31A29-AB77-45A8-9E60-F9D4BF7A9AAD}" sibTransId="{F960FBD1-3377-41AF-A9C6-C08249F2143D}"/>
    <dgm:cxn modelId="{5D96C097-CC4C-46BF-B54A-0C063CBD6C7B}" srcId="{F27B547F-9376-495A-9422-B7FFEC1E19DC}" destId="{1B8318E1-AEE2-404F-886A-C8A9763C98C1}" srcOrd="2" destOrd="0" parTransId="{1D4B103A-CCFF-4A01-9499-3FA5563B3AF8}" sibTransId="{9398480E-45ED-44DC-A032-2C017A12EB02}"/>
    <dgm:cxn modelId="{C546A9A2-E0D6-4118-A557-EBB122EB6443}" type="presOf" srcId="{FDD9ACCA-E802-4479-A9A7-24E56CEC26A6}" destId="{B446CA58-FFA2-424E-BFC3-40A1777B842B}" srcOrd="0" destOrd="0" presId="urn:microsoft.com/office/officeart/2005/8/layout/hierarchy3"/>
    <dgm:cxn modelId="{DD2E54BE-BEB8-4EE7-AB48-E39701A0970F}" srcId="{A6C3321B-CDCB-4467-8931-EBC85A4A6766}" destId="{57EECE2D-6572-4BAF-B028-C59B00549A20}" srcOrd="1" destOrd="0" parTransId="{FDD9ACCA-E802-4479-A9A7-24E56CEC26A6}" sibTransId="{53E50320-A8E7-4181-B0F7-5296E11C71AA}"/>
    <dgm:cxn modelId="{AF394CC3-C5B1-4758-85E3-76B11ACF4F8E}" type="presOf" srcId="{2A0C21FC-6668-4A4B-8F9A-D7ADD95D0BE4}" destId="{B0999FA5-3A19-4C82-B914-0D0E5DF17306}" srcOrd="0" destOrd="0" presId="urn:microsoft.com/office/officeart/2005/8/layout/hierarchy3"/>
    <dgm:cxn modelId="{AB352DC6-7BB7-4F29-A23A-50F10718DBF4}" type="presOf" srcId="{57EECE2D-6572-4BAF-B028-C59B00549A20}" destId="{980CF278-7827-4A12-860B-DC83F454DBDD}" srcOrd="0" destOrd="0" presId="urn:microsoft.com/office/officeart/2005/8/layout/hierarchy3"/>
    <dgm:cxn modelId="{2A1130CE-CD20-4AB9-94CD-5CA4F51145D5}" type="presOf" srcId="{BCEF152C-28B3-4CCA-A5BF-31B2CFE44E78}" destId="{D9F51E35-ADFF-4835-B510-BDC1B9F2E622}" srcOrd="0" destOrd="0" presId="urn:microsoft.com/office/officeart/2005/8/layout/hierarchy3"/>
    <dgm:cxn modelId="{0777BBCF-51F6-4F4E-BE99-A61FA9CA10EC}" type="presOf" srcId="{F27B547F-9376-495A-9422-B7FFEC1E19DC}" destId="{A8661726-7073-4D8A-A38F-59B63E1CD8FD}" srcOrd="1" destOrd="0" presId="urn:microsoft.com/office/officeart/2005/8/layout/hierarchy3"/>
    <dgm:cxn modelId="{784339D7-F1CE-4F8B-B591-1FF9AD88FC0B}" type="presOf" srcId="{46E31A29-AB77-45A8-9E60-F9D4BF7A9AAD}" destId="{6E237BEC-A747-4413-842A-D0BECD2A0C4A}" srcOrd="0" destOrd="0" presId="urn:microsoft.com/office/officeart/2005/8/layout/hierarchy3"/>
    <dgm:cxn modelId="{4DF45CEA-16E4-45B1-A5A2-F4E87BF8378D}" type="presOf" srcId="{F27B547F-9376-495A-9422-B7FFEC1E19DC}" destId="{2873D4B3-EF24-4C91-B715-0BD1979837E3}" srcOrd="0" destOrd="0" presId="urn:microsoft.com/office/officeart/2005/8/layout/hierarchy3"/>
    <dgm:cxn modelId="{084463F1-60C7-4D1F-AA21-F6A95B52D0EE}" srcId="{F27B547F-9376-495A-9422-B7FFEC1E19DC}" destId="{B5FD2FC4-41CD-400F-ADAF-2608FDBA2D25}" srcOrd="0" destOrd="0" parTransId="{ABED5314-E0F0-4EEC-A603-256459814AF1}" sibTransId="{58CA7C2B-7887-4341-89AC-FDF16FCF5F0F}"/>
    <dgm:cxn modelId="{DEC9C4F2-F433-4752-89A9-DD9A56B673AC}" srcId="{2A0C21FC-6668-4A4B-8F9A-D7ADD95D0BE4}" destId="{F27B547F-9376-495A-9422-B7FFEC1E19DC}" srcOrd="0" destOrd="0" parTransId="{0FBD6AA0-4AA9-46CD-8489-D3FE6CB5E983}" sibTransId="{DDD1D3D4-FEFC-42F8-8174-A316471593ED}"/>
    <dgm:cxn modelId="{ED2CCAF3-B99B-464A-8A9D-67CD68F2EE39}" srcId="{2A0C21FC-6668-4A4B-8F9A-D7ADD95D0BE4}" destId="{A6C3321B-CDCB-4467-8931-EBC85A4A6766}" srcOrd="1" destOrd="0" parTransId="{CD574EDF-B33A-4B2E-8798-4963BF2BBB8F}" sibTransId="{19126380-CF0C-441C-A2B8-2C3858BA59BA}"/>
    <dgm:cxn modelId="{8AE265F4-B644-4B25-8100-D7AC45D60F83}" type="presOf" srcId="{B5FD2FC4-41CD-400F-ADAF-2608FDBA2D25}" destId="{17D4AA84-DC2D-4877-8DC5-AB259FC61408}" srcOrd="0" destOrd="0" presId="urn:microsoft.com/office/officeart/2005/8/layout/hierarchy3"/>
    <dgm:cxn modelId="{805F2CF8-92C0-464E-99D2-CCAFFADF21D7}" type="presOf" srcId="{1D4B103A-CCFF-4A01-9499-3FA5563B3AF8}" destId="{FB5CE4ED-7D6E-4764-B19A-7E851A6BC339}" srcOrd="0" destOrd="0" presId="urn:microsoft.com/office/officeart/2005/8/layout/hierarchy3"/>
    <dgm:cxn modelId="{0BD64AFC-C9F8-4FB1-BD78-011467DF762B}" type="presOf" srcId="{A6C3321B-CDCB-4467-8931-EBC85A4A6766}" destId="{4C50F121-703B-4DA0-BC55-BB2AC59F65D5}" srcOrd="0" destOrd="0" presId="urn:microsoft.com/office/officeart/2005/8/layout/hierarchy3"/>
    <dgm:cxn modelId="{714DF1FC-6C14-4785-BB3E-56665D93E13B}" srcId="{A6C3321B-CDCB-4467-8931-EBC85A4A6766}" destId="{C361DF61-E2B0-4AF4-AC8B-77412322B449}" srcOrd="2" destOrd="0" parTransId="{BCEF152C-28B3-4CCA-A5BF-31B2CFE44E78}" sibTransId="{265EF858-B3C8-4407-8A8F-4BF0CA0E2D71}"/>
    <dgm:cxn modelId="{3DAF234A-7078-43D4-93A7-957677D08F43}" type="presParOf" srcId="{B0999FA5-3A19-4C82-B914-0D0E5DF17306}" destId="{516E62EA-6977-43C3-90D6-F0F5EF328FD3}" srcOrd="0" destOrd="0" presId="urn:microsoft.com/office/officeart/2005/8/layout/hierarchy3"/>
    <dgm:cxn modelId="{EF89650F-AC3D-49F1-8B8E-80235B6BEB40}" type="presParOf" srcId="{516E62EA-6977-43C3-90D6-F0F5EF328FD3}" destId="{35B34F1C-3FD8-48B1-9090-18FA300B18B2}" srcOrd="0" destOrd="0" presId="urn:microsoft.com/office/officeart/2005/8/layout/hierarchy3"/>
    <dgm:cxn modelId="{D52DD048-2AE8-4472-94A0-2321496990D7}" type="presParOf" srcId="{35B34F1C-3FD8-48B1-9090-18FA300B18B2}" destId="{2873D4B3-EF24-4C91-B715-0BD1979837E3}" srcOrd="0" destOrd="0" presId="urn:microsoft.com/office/officeart/2005/8/layout/hierarchy3"/>
    <dgm:cxn modelId="{AAA7C742-DC0D-4AAC-B560-67897452AC87}" type="presParOf" srcId="{35B34F1C-3FD8-48B1-9090-18FA300B18B2}" destId="{A8661726-7073-4D8A-A38F-59B63E1CD8FD}" srcOrd="1" destOrd="0" presId="urn:microsoft.com/office/officeart/2005/8/layout/hierarchy3"/>
    <dgm:cxn modelId="{5DFF2700-C4F0-42C3-8F97-907EF7D3D53B}" type="presParOf" srcId="{516E62EA-6977-43C3-90D6-F0F5EF328FD3}" destId="{FDF04E04-B23B-40A1-A004-6A755232B0BB}" srcOrd="1" destOrd="0" presId="urn:microsoft.com/office/officeart/2005/8/layout/hierarchy3"/>
    <dgm:cxn modelId="{7E45BE0F-FA9B-41D2-A911-4715DB4AA5C4}" type="presParOf" srcId="{FDF04E04-B23B-40A1-A004-6A755232B0BB}" destId="{9421E303-D6F3-4B8E-B874-66BE9E46B159}" srcOrd="0" destOrd="0" presId="urn:microsoft.com/office/officeart/2005/8/layout/hierarchy3"/>
    <dgm:cxn modelId="{896E741A-AAAF-49B4-A57E-F9312524DB46}" type="presParOf" srcId="{FDF04E04-B23B-40A1-A004-6A755232B0BB}" destId="{17D4AA84-DC2D-4877-8DC5-AB259FC61408}" srcOrd="1" destOrd="0" presId="urn:microsoft.com/office/officeart/2005/8/layout/hierarchy3"/>
    <dgm:cxn modelId="{1B0651CC-5002-4C10-9AB5-CC303638F845}" type="presParOf" srcId="{FDF04E04-B23B-40A1-A004-6A755232B0BB}" destId="{6E237BEC-A747-4413-842A-D0BECD2A0C4A}" srcOrd="2" destOrd="0" presId="urn:microsoft.com/office/officeart/2005/8/layout/hierarchy3"/>
    <dgm:cxn modelId="{BADCB72E-DC56-42D3-A9D0-D91A75801D40}" type="presParOf" srcId="{FDF04E04-B23B-40A1-A004-6A755232B0BB}" destId="{147E5873-4733-4968-9906-92F6658688A6}" srcOrd="3" destOrd="0" presId="urn:microsoft.com/office/officeart/2005/8/layout/hierarchy3"/>
    <dgm:cxn modelId="{5C996A13-B059-409C-B15A-3B27CA0CB653}" type="presParOf" srcId="{FDF04E04-B23B-40A1-A004-6A755232B0BB}" destId="{FB5CE4ED-7D6E-4764-B19A-7E851A6BC339}" srcOrd="4" destOrd="0" presId="urn:microsoft.com/office/officeart/2005/8/layout/hierarchy3"/>
    <dgm:cxn modelId="{B020D308-C411-4235-BB36-D97C09A4AF46}" type="presParOf" srcId="{FDF04E04-B23B-40A1-A004-6A755232B0BB}" destId="{671B9839-C5D2-47CD-A8E1-9FFFD05190FB}" srcOrd="5" destOrd="0" presId="urn:microsoft.com/office/officeart/2005/8/layout/hierarchy3"/>
    <dgm:cxn modelId="{CF245888-7D17-4446-8CA4-87BF72EC5B6A}" type="presParOf" srcId="{B0999FA5-3A19-4C82-B914-0D0E5DF17306}" destId="{AC45637C-64C6-4998-A7FA-DD75BD419A0F}" srcOrd="1" destOrd="0" presId="urn:microsoft.com/office/officeart/2005/8/layout/hierarchy3"/>
    <dgm:cxn modelId="{47A07250-6BDF-4E27-8108-C4DBF3552AEE}" type="presParOf" srcId="{AC45637C-64C6-4998-A7FA-DD75BD419A0F}" destId="{2309FBAF-4E00-4239-8167-DED330C587CE}" srcOrd="0" destOrd="0" presId="urn:microsoft.com/office/officeart/2005/8/layout/hierarchy3"/>
    <dgm:cxn modelId="{94F8670F-98E7-42E8-9BB4-F1F3C08E4BC9}" type="presParOf" srcId="{2309FBAF-4E00-4239-8167-DED330C587CE}" destId="{4C50F121-703B-4DA0-BC55-BB2AC59F65D5}" srcOrd="0" destOrd="0" presId="urn:microsoft.com/office/officeart/2005/8/layout/hierarchy3"/>
    <dgm:cxn modelId="{5F55BB86-F62C-4B49-92D0-F1D6B3A75319}" type="presParOf" srcId="{2309FBAF-4E00-4239-8167-DED330C587CE}" destId="{8C9E87E6-719C-46C9-89AE-42925233077D}" srcOrd="1" destOrd="0" presId="urn:microsoft.com/office/officeart/2005/8/layout/hierarchy3"/>
    <dgm:cxn modelId="{2B51D501-D245-4845-8CA6-DBD8AA3BE51A}" type="presParOf" srcId="{AC45637C-64C6-4998-A7FA-DD75BD419A0F}" destId="{31B1B314-E74C-4AF6-B3D8-807CE8F4C952}" srcOrd="1" destOrd="0" presId="urn:microsoft.com/office/officeart/2005/8/layout/hierarchy3"/>
    <dgm:cxn modelId="{A49DD123-8646-4BB7-90EB-DAD4DED6E66B}" type="presParOf" srcId="{31B1B314-E74C-4AF6-B3D8-807CE8F4C952}" destId="{F5C38B01-D840-4AC6-B35B-E9AB26BB6A78}" srcOrd="0" destOrd="0" presId="urn:microsoft.com/office/officeart/2005/8/layout/hierarchy3"/>
    <dgm:cxn modelId="{90809CDE-2A21-478C-A4D5-BBA68892A880}" type="presParOf" srcId="{31B1B314-E74C-4AF6-B3D8-807CE8F4C952}" destId="{EF59975D-AB05-42BB-ADFE-08A74DEB907E}" srcOrd="1" destOrd="0" presId="urn:microsoft.com/office/officeart/2005/8/layout/hierarchy3"/>
    <dgm:cxn modelId="{93032EE3-4090-4F94-AAE6-69A06833AD8F}" type="presParOf" srcId="{31B1B314-E74C-4AF6-B3D8-807CE8F4C952}" destId="{B446CA58-FFA2-424E-BFC3-40A1777B842B}" srcOrd="2" destOrd="0" presId="urn:microsoft.com/office/officeart/2005/8/layout/hierarchy3"/>
    <dgm:cxn modelId="{902AE7CC-0D34-4805-98E4-90174905CE11}" type="presParOf" srcId="{31B1B314-E74C-4AF6-B3D8-807CE8F4C952}" destId="{980CF278-7827-4A12-860B-DC83F454DBDD}" srcOrd="3" destOrd="0" presId="urn:microsoft.com/office/officeart/2005/8/layout/hierarchy3"/>
    <dgm:cxn modelId="{A335C1D7-4955-4F13-A651-5CF8F52A11C4}" type="presParOf" srcId="{31B1B314-E74C-4AF6-B3D8-807CE8F4C952}" destId="{D9F51E35-ADFF-4835-B510-BDC1B9F2E622}" srcOrd="4" destOrd="0" presId="urn:microsoft.com/office/officeart/2005/8/layout/hierarchy3"/>
    <dgm:cxn modelId="{3AB1F131-B19E-4EFA-AEFB-736BA1759F3C}" type="presParOf" srcId="{31B1B314-E74C-4AF6-B3D8-807CE8F4C952}" destId="{62555157-4A61-4C5B-BC45-C1CE1A53FAE0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EE70E6-4A45-43C2-BA30-D8245592AFF1}" type="doc">
      <dgm:prSet loTypeId="urn:microsoft.com/office/officeart/2005/8/layout/orgChart1" loCatId="hierarchy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ABA0D23C-8A9F-416F-9AE4-B39CE1B4CB59}">
      <dgm:prSet phldrT="[Texte]" custT="1"/>
      <dgm:spPr/>
      <dgm:t>
        <a:bodyPr/>
        <a:lstStyle/>
        <a:p>
          <a:r>
            <a:rPr lang="fr-FR" sz="2200" dirty="0"/>
            <a:t>Simon </a:t>
          </a:r>
          <a:r>
            <a:rPr lang="fr-FR" sz="2200" dirty="0" err="1"/>
            <a:t>Fulhaber</a:t>
          </a:r>
          <a:endParaRPr lang="fr-FR" sz="2200" dirty="0"/>
        </a:p>
        <a:p>
          <a:r>
            <a:rPr lang="fr-FR" sz="1600" dirty="0"/>
            <a:t>CTO Rôle de superviseur</a:t>
          </a:r>
        </a:p>
      </dgm:t>
    </dgm:pt>
    <dgm:pt modelId="{C4BD0386-E425-41A6-BB90-9F65AAE869A1}" type="parTrans" cxnId="{F8D6E66D-CAA8-4A98-B0C2-E1C895CF760E}">
      <dgm:prSet/>
      <dgm:spPr/>
      <dgm:t>
        <a:bodyPr/>
        <a:lstStyle/>
        <a:p>
          <a:endParaRPr lang="fr-FR"/>
        </a:p>
      </dgm:t>
    </dgm:pt>
    <dgm:pt modelId="{283677AC-0D0D-4AEB-ADA4-D81F1829234B}" type="sibTrans" cxnId="{F8D6E66D-CAA8-4A98-B0C2-E1C895CF760E}">
      <dgm:prSet/>
      <dgm:spPr/>
      <dgm:t>
        <a:bodyPr/>
        <a:lstStyle/>
        <a:p>
          <a:endParaRPr lang="fr-FR"/>
        </a:p>
      </dgm:t>
    </dgm:pt>
    <dgm:pt modelId="{54B9494B-2C30-4EB3-9B80-3912E7C4A968}">
      <dgm:prSet phldrT="[Texte]" custT="1"/>
      <dgm:spPr/>
      <dgm:t>
        <a:bodyPr/>
        <a:lstStyle/>
        <a:p>
          <a:r>
            <a:rPr lang="fr-FR" sz="2200" dirty="0"/>
            <a:t>Etienne Pernon</a:t>
          </a:r>
        </a:p>
        <a:p>
          <a:r>
            <a:rPr lang="fr-FR" sz="1600" dirty="0"/>
            <a:t>Chef de projet Technique</a:t>
          </a:r>
        </a:p>
      </dgm:t>
    </dgm:pt>
    <dgm:pt modelId="{14248B8A-BE1A-4076-9729-F566F08BA66D}" type="parTrans" cxnId="{E8D382FD-0A4F-436A-990B-995AA41DC120}">
      <dgm:prSet/>
      <dgm:spPr/>
      <dgm:t>
        <a:bodyPr/>
        <a:lstStyle/>
        <a:p>
          <a:endParaRPr lang="fr-FR"/>
        </a:p>
      </dgm:t>
    </dgm:pt>
    <dgm:pt modelId="{3E2FDC6D-E2C0-48D5-A9D8-8A1A79E70C84}" type="sibTrans" cxnId="{E8D382FD-0A4F-436A-990B-995AA41DC120}">
      <dgm:prSet/>
      <dgm:spPr/>
      <dgm:t>
        <a:bodyPr/>
        <a:lstStyle/>
        <a:p>
          <a:endParaRPr lang="fr-FR"/>
        </a:p>
      </dgm:t>
    </dgm:pt>
    <dgm:pt modelId="{8D9ED171-4A06-4467-BBA3-9C282AC924D0}">
      <dgm:prSet phldrT="[Texte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fr-FR" dirty="0"/>
            <a:t>Suivi de projet</a:t>
          </a:r>
        </a:p>
      </dgm:t>
    </dgm:pt>
    <dgm:pt modelId="{83950210-9E48-4CF7-B23C-26000D0F62CB}" type="parTrans" cxnId="{8C7CF341-798C-4968-ADDA-B4FC8547332B}">
      <dgm:prSet/>
      <dgm:spPr/>
      <dgm:t>
        <a:bodyPr/>
        <a:lstStyle/>
        <a:p>
          <a:endParaRPr lang="fr-FR"/>
        </a:p>
      </dgm:t>
    </dgm:pt>
    <dgm:pt modelId="{6E31F5D8-6C8A-41CB-A371-398BB7F2C809}" type="sibTrans" cxnId="{8C7CF341-798C-4968-ADDA-B4FC8547332B}">
      <dgm:prSet/>
      <dgm:spPr/>
      <dgm:t>
        <a:bodyPr/>
        <a:lstStyle/>
        <a:p>
          <a:endParaRPr lang="fr-FR"/>
        </a:p>
      </dgm:t>
    </dgm:pt>
    <dgm:pt modelId="{B1A357D8-7E72-4CE4-B3D4-04061A839AF3}">
      <dgm:prSet phldrT="[Texte]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fr-FR" dirty="0"/>
            <a:t>Documentation</a:t>
          </a:r>
        </a:p>
      </dgm:t>
    </dgm:pt>
    <dgm:pt modelId="{B7935DEC-4B42-4D29-8EE2-5C8E30B571DD}" type="parTrans" cxnId="{3712E63D-26DB-4167-9FEF-25C8F8A97D21}">
      <dgm:prSet/>
      <dgm:spPr/>
      <dgm:t>
        <a:bodyPr/>
        <a:lstStyle/>
        <a:p>
          <a:endParaRPr lang="fr-FR"/>
        </a:p>
      </dgm:t>
    </dgm:pt>
    <dgm:pt modelId="{F61DC3A2-124B-4FC2-A757-CCE9AB608627}" type="sibTrans" cxnId="{3712E63D-26DB-4167-9FEF-25C8F8A97D21}">
      <dgm:prSet/>
      <dgm:spPr/>
      <dgm:t>
        <a:bodyPr/>
        <a:lstStyle/>
        <a:p>
          <a:endParaRPr lang="fr-FR"/>
        </a:p>
      </dgm:t>
    </dgm:pt>
    <dgm:pt modelId="{4380A5AD-5D22-4060-8690-D2D5037B77F3}">
      <dgm:prSet phldrT="[Texte]"/>
      <dgm:spPr>
        <a:solidFill>
          <a:schemeClr val="tx2">
            <a:lumMod val="50000"/>
          </a:schemeClr>
        </a:solidFill>
      </dgm:spPr>
      <dgm:t>
        <a:bodyPr/>
        <a:lstStyle/>
        <a:p>
          <a:r>
            <a:rPr lang="fr-FR" dirty="0"/>
            <a:t>Recherche  de méthode</a:t>
          </a:r>
        </a:p>
      </dgm:t>
    </dgm:pt>
    <dgm:pt modelId="{C880FC16-A6C6-47F7-ACD8-C3F6E4BA8043}" type="parTrans" cxnId="{C2A1503C-622B-4EA7-B2FB-A4B90A982877}">
      <dgm:prSet/>
      <dgm:spPr/>
      <dgm:t>
        <a:bodyPr/>
        <a:lstStyle/>
        <a:p>
          <a:endParaRPr lang="fr-FR"/>
        </a:p>
      </dgm:t>
    </dgm:pt>
    <dgm:pt modelId="{B0E69B0F-0F1A-40FF-94EE-B5D261F0F4AD}" type="sibTrans" cxnId="{C2A1503C-622B-4EA7-B2FB-A4B90A982877}">
      <dgm:prSet/>
      <dgm:spPr/>
      <dgm:t>
        <a:bodyPr/>
        <a:lstStyle/>
        <a:p>
          <a:endParaRPr lang="fr-FR"/>
        </a:p>
      </dgm:t>
    </dgm:pt>
    <dgm:pt modelId="{0E66797E-EA5C-4080-9FB2-2D31A1129187}">
      <dgm:prSet phldrT="[Texte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fr-FR" dirty="0"/>
            <a:t>Stratégie de migration</a:t>
          </a:r>
        </a:p>
      </dgm:t>
    </dgm:pt>
    <dgm:pt modelId="{5B1F6CA9-FD38-43D9-B345-2466A21A0D53}" type="parTrans" cxnId="{20C69B7C-82EA-48A7-9C56-CF51F4480C75}">
      <dgm:prSet/>
      <dgm:spPr/>
      <dgm:t>
        <a:bodyPr/>
        <a:lstStyle/>
        <a:p>
          <a:endParaRPr lang="fr-FR"/>
        </a:p>
      </dgm:t>
    </dgm:pt>
    <dgm:pt modelId="{65FC4258-04DC-44D8-8CF9-44455A0C6E87}" type="sibTrans" cxnId="{20C69B7C-82EA-48A7-9C56-CF51F4480C75}">
      <dgm:prSet/>
      <dgm:spPr/>
      <dgm:t>
        <a:bodyPr/>
        <a:lstStyle/>
        <a:p>
          <a:endParaRPr lang="fr-FR"/>
        </a:p>
      </dgm:t>
    </dgm:pt>
    <dgm:pt modelId="{4AAEACDB-B028-4965-B5AA-370A958CA839}" type="pres">
      <dgm:prSet presAssocID="{49EE70E6-4A45-43C2-BA30-D8245592AFF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F0244D8-1814-4EC3-ACF2-4EBD4700B253}" type="pres">
      <dgm:prSet presAssocID="{ABA0D23C-8A9F-416F-9AE4-B39CE1B4CB59}" presName="hierRoot1" presStyleCnt="0">
        <dgm:presLayoutVars>
          <dgm:hierBranch val="init"/>
        </dgm:presLayoutVars>
      </dgm:prSet>
      <dgm:spPr/>
    </dgm:pt>
    <dgm:pt modelId="{0DEA6F5D-01F5-4D39-A670-DC8D62802FA9}" type="pres">
      <dgm:prSet presAssocID="{ABA0D23C-8A9F-416F-9AE4-B39CE1B4CB59}" presName="rootComposite1" presStyleCnt="0"/>
      <dgm:spPr/>
    </dgm:pt>
    <dgm:pt modelId="{2649463B-E576-483E-9EAD-01AC60365933}" type="pres">
      <dgm:prSet presAssocID="{ABA0D23C-8A9F-416F-9AE4-B39CE1B4CB59}" presName="rootText1" presStyleLbl="node0" presStyleIdx="0" presStyleCnt="1">
        <dgm:presLayoutVars>
          <dgm:chPref val="3"/>
        </dgm:presLayoutVars>
      </dgm:prSet>
      <dgm:spPr/>
    </dgm:pt>
    <dgm:pt modelId="{689FD79A-7BF7-4658-8D6E-A671A22B930B}" type="pres">
      <dgm:prSet presAssocID="{ABA0D23C-8A9F-416F-9AE4-B39CE1B4CB59}" presName="rootConnector1" presStyleLbl="node1" presStyleIdx="0" presStyleCnt="0"/>
      <dgm:spPr/>
    </dgm:pt>
    <dgm:pt modelId="{D2C18D66-8C8C-49F3-8613-C0F9B3B4BF8C}" type="pres">
      <dgm:prSet presAssocID="{ABA0D23C-8A9F-416F-9AE4-B39CE1B4CB59}" presName="hierChild2" presStyleCnt="0"/>
      <dgm:spPr/>
    </dgm:pt>
    <dgm:pt modelId="{80F84556-7684-4226-BCD9-F53B0FE71CF5}" type="pres">
      <dgm:prSet presAssocID="{14248B8A-BE1A-4076-9729-F566F08BA66D}" presName="Name37" presStyleLbl="parChTrans1D2" presStyleIdx="0" presStyleCnt="1"/>
      <dgm:spPr/>
    </dgm:pt>
    <dgm:pt modelId="{97FCFF4F-34FF-4572-804F-A59CE5C588D5}" type="pres">
      <dgm:prSet presAssocID="{54B9494B-2C30-4EB3-9B80-3912E7C4A968}" presName="hierRoot2" presStyleCnt="0">
        <dgm:presLayoutVars>
          <dgm:hierBranch val="init"/>
        </dgm:presLayoutVars>
      </dgm:prSet>
      <dgm:spPr/>
    </dgm:pt>
    <dgm:pt modelId="{FF4E89B9-4A23-402C-A9E3-7FC6FB7123E3}" type="pres">
      <dgm:prSet presAssocID="{54B9494B-2C30-4EB3-9B80-3912E7C4A968}" presName="rootComposite" presStyleCnt="0"/>
      <dgm:spPr/>
    </dgm:pt>
    <dgm:pt modelId="{1087584A-2B5C-4E7D-9C28-2EF39B1CAC41}" type="pres">
      <dgm:prSet presAssocID="{54B9494B-2C30-4EB3-9B80-3912E7C4A968}" presName="rootText" presStyleLbl="node2" presStyleIdx="0" presStyleCnt="1">
        <dgm:presLayoutVars>
          <dgm:chPref val="3"/>
        </dgm:presLayoutVars>
      </dgm:prSet>
      <dgm:spPr/>
    </dgm:pt>
    <dgm:pt modelId="{D5289CAD-AAFD-4C04-844F-D6BFF1615980}" type="pres">
      <dgm:prSet presAssocID="{54B9494B-2C30-4EB3-9B80-3912E7C4A968}" presName="rootConnector" presStyleLbl="node2" presStyleIdx="0" presStyleCnt="1"/>
      <dgm:spPr/>
    </dgm:pt>
    <dgm:pt modelId="{E200B5CA-96D0-4FD3-80D5-5F33AAFFC9D2}" type="pres">
      <dgm:prSet presAssocID="{54B9494B-2C30-4EB3-9B80-3912E7C4A968}" presName="hierChild4" presStyleCnt="0"/>
      <dgm:spPr/>
    </dgm:pt>
    <dgm:pt modelId="{497A9CF1-3BA6-4A26-A828-D8838D79234A}" type="pres">
      <dgm:prSet presAssocID="{C880FC16-A6C6-47F7-ACD8-C3F6E4BA8043}" presName="Name37" presStyleLbl="parChTrans1D3" presStyleIdx="0" presStyleCnt="2"/>
      <dgm:spPr/>
    </dgm:pt>
    <dgm:pt modelId="{9F80BC38-506A-4898-98AC-133408EA7EB9}" type="pres">
      <dgm:prSet presAssocID="{4380A5AD-5D22-4060-8690-D2D5037B77F3}" presName="hierRoot2" presStyleCnt="0">
        <dgm:presLayoutVars>
          <dgm:hierBranch val="init"/>
        </dgm:presLayoutVars>
      </dgm:prSet>
      <dgm:spPr/>
    </dgm:pt>
    <dgm:pt modelId="{DFE84C85-A927-4894-BCB3-CC06A47BAB0A}" type="pres">
      <dgm:prSet presAssocID="{4380A5AD-5D22-4060-8690-D2D5037B77F3}" presName="rootComposite" presStyleCnt="0"/>
      <dgm:spPr/>
    </dgm:pt>
    <dgm:pt modelId="{4E4D508D-DAE5-41C9-9CD1-96633F6FAECB}" type="pres">
      <dgm:prSet presAssocID="{4380A5AD-5D22-4060-8690-D2D5037B77F3}" presName="rootText" presStyleLbl="node3" presStyleIdx="0" presStyleCnt="2">
        <dgm:presLayoutVars>
          <dgm:chPref val="3"/>
        </dgm:presLayoutVars>
      </dgm:prSet>
      <dgm:spPr/>
    </dgm:pt>
    <dgm:pt modelId="{C295C12E-6D85-403C-A099-8D592ECFA87B}" type="pres">
      <dgm:prSet presAssocID="{4380A5AD-5D22-4060-8690-D2D5037B77F3}" presName="rootConnector" presStyleLbl="node3" presStyleIdx="0" presStyleCnt="2"/>
      <dgm:spPr/>
    </dgm:pt>
    <dgm:pt modelId="{0C06B9F1-39D1-431A-9885-DCFC93332AF9}" type="pres">
      <dgm:prSet presAssocID="{4380A5AD-5D22-4060-8690-D2D5037B77F3}" presName="hierChild4" presStyleCnt="0"/>
      <dgm:spPr/>
    </dgm:pt>
    <dgm:pt modelId="{6E144284-2D85-4D0C-AB37-D919DDDAC250}" type="pres">
      <dgm:prSet presAssocID="{B7935DEC-4B42-4D29-8EE2-5C8E30B571DD}" presName="Name37" presStyleLbl="parChTrans1D4" presStyleIdx="0" presStyleCnt="2"/>
      <dgm:spPr/>
    </dgm:pt>
    <dgm:pt modelId="{9874F116-ADFB-47C4-91FB-E66C4BC01532}" type="pres">
      <dgm:prSet presAssocID="{B1A357D8-7E72-4CE4-B3D4-04061A839AF3}" presName="hierRoot2" presStyleCnt="0">
        <dgm:presLayoutVars>
          <dgm:hierBranch val="init"/>
        </dgm:presLayoutVars>
      </dgm:prSet>
      <dgm:spPr/>
    </dgm:pt>
    <dgm:pt modelId="{10F93C3F-455A-46F3-94E2-4D614563EDC0}" type="pres">
      <dgm:prSet presAssocID="{B1A357D8-7E72-4CE4-B3D4-04061A839AF3}" presName="rootComposite" presStyleCnt="0"/>
      <dgm:spPr/>
    </dgm:pt>
    <dgm:pt modelId="{645D0540-1E7F-41F7-827D-36F054965B6A}" type="pres">
      <dgm:prSet presAssocID="{B1A357D8-7E72-4CE4-B3D4-04061A839AF3}" presName="rootText" presStyleLbl="node4" presStyleIdx="0" presStyleCnt="2" custLinFactNeighborX="-9870" custLinFactNeighborY="-2467">
        <dgm:presLayoutVars>
          <dgm:chPref val="3"/>
        </dgm:presLayoutVars>
      </dgm:prSet>
      <dgm:spPr/>
    </dgm:pt>
    <dgm:pt modelId="{1DC5DD66-62B0-4585-A68B-562048DBEE08}" type="pres">
      <dgm:prSet presAssocID="{B1A357D8-7E72-4CE4-B3D4-04061A839AF3}" presName="rootConnector" presStyleLbl="node4" presStyleIdx="0" presStyleCnt="2"/>
      <dgm:spPr/>
    </dgm:pt>
    <dgm:pt modelId="{AF06E932-30D2-44C0-ADA1-B9820A231F3D}" type="pres">
      <dgm:prSet presAssocID="{B1A357D8-7E72-4CE4-B3D4-04061A839AF3}" presName="hierChild4" presStyleCnt="0"/>
      <dgm:spPr/>
    </dgm:pt>
    <dgm:pt modelId="{6AE5A353-1647-4568-9417-5726B85C738F}" type="pres">
      <dgm:prSet presAssocID="{B1A357D8-7E72-4CE4-B3D4-04061A839AF3}" presName="hierChild5" presStyleCnt="0"/>
      <dgm:spPr/>
    </dgm:pt>
    <dgm:pt modelId="{512237BF-8140-4C4D-9E25-D97E154D1B9B}" type="pres">
      <dgm:prSet presAssocID="{4380A5AD-5D22-4060-8690-D2D5037B77F3}" presName="hierChild5" presStyleCnt="0"/>
      <dgm:spPr/>
    </dgm:pt>
    <dgm:pt modelId="{6CC96D79-9B3C-4652-A2EC-10185DC724ED}" type="pres">
      <dgm:prSet presAssocID="{5B1F6CA9-FD38-43D9-B345-2466A21A0D53}" presName="Name37" presStyleLbl="parChTrans1D3" presStyleIdx="1" presStyleCnt="2"/>
      <dgm:spPr/>
    </dgm:pt>
    <dgm:pt modelId="{CA10E46B-985D-4FA8-BA47-5D48533034EA}" type="pres">
      <dgm:prSet presAssocID="{0E66797E-EA5C-4080-9FB2-2D31A1129187}" presName="hierRoot2" presStyleCnt="0">
        <dgm:presLayoutVars>
          <dgm:hierBranch val="init"/>
        </dgm:presLayoutVars>
      </dgm:prSet>
      <dgm:spPr/>
    </dgm:pt>
    <dgm:pt modelId="{8F1BB36A-43DC-4D34-9544-1DD89D5BE6FB}" type="pres">
      <dgm:prSet presAssocID="{0E66797E-EA5C-4080-9FB2-2D31A1129187}" presName="rootComposite" presStyleCnt="0"/>
      <dgm:spPr/>
    </dgm:pt>
    <dgm:pt modelId="{5E90993D-0EE8-44F9-846A-FE81F8EACF89}" type="pres">
      <dgm:prSet presAssocID="{0E66797E-EA5C-4080-9FB2-2D31A1129187}" presName="rootText" presStyleLbl="node3" presStyleIdx="1" presStyleCnt="2">
        <dgm:presLayoutVars>
          <dgm:chPref val="3"/>
        </dgm:presLayoutVars>
      </dgm:prSet>
      <dgm:spPr/>
    </dgm:pt>
    <dgm:pt modelId="{30A65278-259F-4931-8D76-B57EC8B54A07}" type="pres">
      <dgm:prSet presAssocID="{0E66797E-EA5C-4080-9FB2-2D31A1129187}" presName="rootConnector" presStyleLbl="node3" presStyleIdx="1" presStyleCnt="2"/>
      <dgm:spPr/>
    </dgm:pt>
    <dgm:pt modelId="{C21BF51E-6906-4B1B-A91E-BD293E677F07}" type="pres">
      <dgm:prSet presAssocID="{0E66797E-EA5C-4080-9FB2-2D31A1129187}" presName="hierChild4" presStyleCnt="0"/>
      <dgm:spPr/>
    </dgm:pt>
    <dgm:pt modelId="{CBF4CB75-C38A-4738-A670-5AD1FD90349E}" type="pres">
      <dgm:prSet presAssocID="{83950210-9E48-4CF7-B23C-26000D0F62CB}" presName="Name37" presStyleLbl="parChTrans1D4" presStyleIdx="1" presStyleCnt="2"/>
      <dgm:spPr/>
    </dgm:pt>
    <dgm:pt modelId="{9C60D337-9682-4BEA-B7AA-268A2DE84F6B}" type="pres">
      <dgm:prSet presAssocID="{8D9ED171-4A06-4467-BBA3-9C282AC924D0}" presName="hierRoot2" presStyleCnt="0">
        <dgm:presLayoutVars>
          <dgm:hierBranch val="init"/>
        </dgm:presLayoutVars>
      </dgm:prSet>
      <dgm:spPr/>
    </dgm:pt>
    <dgm:pt modelId="{B792DED4-8C6F-42AA-B797-D32687301381}" type="pres">
      <dgm:prSet presAssocID="{8D9ED171-4A06-4467-BBA3-9C282AC924D0}" presName="rootComposite" presStyleCnt="0"/>
      <dgm:spPr/>
    </dgm:pt>
    <dgm:pt modelId="{BA0049ED-8EAF-44A8-964B-C2976B3D5168}" type="pres">
      <dgm:prSet presAssocID="{8D9ED171-4A06-4467-BBA3-9C282AC924D0}" presName="rootText" presStyleLbl="node4" presStyleIdx="1" presStyleCnt="2">
        <dgm:presLayoutVars>
          <dgm:chPref val="3"/>
        </dgm:presLayoutVars>
      </dgm:prSet>
      <dgm:spPr/>
    </dgm:pt>
    <dgm:pt modelId="{791A176C-263B-40C3-BB6B-598C11648698}" type="pres">
      <dgm:prSet presAssocID="{8D9ED171-4A06-4467-BBA3-9C282AC924D0}" presName="rootConnector" presStyleLbl="node4" presStyleIdx="1" presStyleCnt="2"/>
      <dgm:spPr/>
    </dgm:pt>
    <dgm:pt modelId="{3573D2A8-D7E9-42D1-8011-FA0D2AAED5DF}" type="pres">
      <dgm:prSet presAssocID="{8D9ED171-4A06-4467-BBA3-9C282AC924D0}" presName="hierChild4" presStyleCnt="0"/>
      <dgm:spPr/>
    </dgm:pt>
    <dgm:pt modelId="{153E6BAB-5ABA-4792-B6FD-E82A75F35553}" type="pres">
      <dgm:prSet presAssocID="{8D9ED171-4A06-4467-BBA3-9C282AC924D0}" presName="hierChild5" presStyleCnt="0"/>
      <dgm:spPr/>
    </dgm:pt>
    <dgm:pt modelId="{CE3E8E75-44F5-48AC-908B-D02EE65ED4DB}" type="pres">
      <dgm:prSet presAssocID="{0E66797E-EA5C-4080-9FB2-2D31A1129187}" presName="hierChild5" presStyleCnt="0"/>
      <dgm:spPr/>
    </dgm:pt>
    <dgm:pt modelId="{2480F91F-311B-4C98-9110-16D90A0BC9DB}" type="pres">
      <dgm:prSet presAssocID="{54B9494B-2C30-4EB3-9B80-3912E7C4A968}" presName="hierChild5" presStyleCnt="0"/>
      <dgm:spPr/>
    </dgm:pt>
    <dgm:pt modelId="{D92EEC3B-7754-47C2-94D3-702A1AAC826D}" type="pres">
      <dgm:prSet presAssocID="{ABA0D23C-8A9F-416F-9AE4-B39CE1B4CB59}" presName="hierChild3" presStyleCnt="0"/>
      <dgm:spPr/>
    </dgm:pt>
  </dgm:ptLst>
  <dgm:cxnLst>
    <dgm:cxn modelId="{A320A200-7DBD-4994-B09C-0CF8DB05A79D}" type="presOf" srcId="{B1A357D8-7E72-4CE4-B3D4-04061A839AF3}" destId="{645D0540-1E7F-41F7-827D-36F054965B6A}" srcOrd="0" destOrd="0" presId="urn:microsoft.com/office/officeart/2005/8/layout/orgChart1"/>
    <dgm:cxn modelId="{06082E05-6C95-4AEE-BE15-9337979C699F}" type="presOf" srcId="{83950210-9E48-4CF7-B23C-26000D0F62CB}" destId="{CBF4CB75-C38A-4738-A670-5AD1FD90349E}" srcOrd="0" destOrd="0" presId="urn:microsoft.com/office/officeart/2005/8/layout/orgChart1"/>
    <dgm:cxn modelId="{4921DF28-79E2-46D1-AF49-E6AF31F57930}" type="presOf" srcId="{0E66797E-EA5C-4080-9FB2-2D31A1129187}" destId="{5E90993D-0EE8-44F9-846A-FE81F8EACF89}" srcOrd="0" destOrd="0" presId="urn:microsoft.com/office/officeart/2005/8/layout/orgChart1"/>
    <dgm:cxn modelId="{BD54653C-FB5F-4AE9-BE48-A3BDA723A052}" type="presOf" srcId="{14248B8A-BE1A-4076-9729-F566F08BA66D}" destId="{80F84556-7684-4226-BCD9-F53B0FE71CF5}" srcOrd="0" destOrd="0" presId="urn:microsoft.com/office/officeart/2005/8/layout/orgChart1"/>
    <dgm:cxn modelId="{C2A1503C-622B-4EA7-B2FB-A4B90A982877}" srcId="{54B9494B-2C30-4EB3-9B80-3912E7C4A968}" destId="{4380A5AD-5D22-4060-8690-D2D5037B77F3}" srcOrd="0" destOrd="0" parTransId="{C880FC16-A6C6-47F7-ACD8-C3F6E4BA8043}" sibTransId="{B0E69B0F-0F1A-40FF-94EE-B5D261F0F4AD}"/>
    <dgm:cxn modelId="{3712E63D-26DB-4167-9FEF-25C8F8A97D21}" srcId="{4380A5AD-5D22-4060-8690-D2D5037B77F3}" destId="{B1A357D8-7E72-4CE4-B3D4-04061A839AF3}" srcOrd="0" destOrd="0" parTransId="{B7935DEC-4B42-4D29-8EE2-5C8E30B571DD}" sibTransId="{F61DC3A2-124B-4FC2-A757-CCE9AB608627}"/>
    <dgm:cxn modelId="{30E14E40-4E4F-47FE-B213-BEDB675E111C}" type="presOf" srcId="{8D9ED171-4A06-4467-BBA3-9C282AC924D0}" destId="{BA0049ED-8EAF-44A8-964B-C2976B3D5168}" srcOrd="0" destOrd="0" presId="urn:microsoft.com/office/officeart/2005/8/layout/orgChart1"/>
    <dgm:cxn modelId="{8C7CF341-798C-4968-ADDA-B4FC8547332B}" srcId="{0E66797E-EA5C-4080-9FB2-2D31A1129187}" destId="{8D9ED171-4A06-4467-BBA3-9C282AC924D0}" srcOrd="0" destOrd="0" parTransId="{83950210-9E48-4CF7-B23C-26000D0F62CB}" sibTransId="{6E31F5D8-6C8A-41CB-A371-398BB7F2C809}"/>
    <dgm:cxn modelId="{F8D6E66D-CAA8-4A98-B0C2-E1C895CF760E}" srcId="{49EE70E6-4A45-43C2-BA30-D8245592AFF1}" destId="{ABA0D23C-8A9F-416F-9AE4-B39CE1B4CB59}" srcOrd="0" destOrd="0" parTransId="{C4BD0386-E425-41A6-BB90-9F65AAE869A1}" sibTransId="{283677AC-0D0D-4AEB-ADA4-D81F1829234B}"/>
    <dgm:cxn modelId="{C2862B58-3A39-40AD-886A-DB7EA0D07728}" type="presOf" srcId="{B1A357D8-7E72-4CE4-B3D4-04061A839AF3}" destId="{1DC5DD66-62B0-4585-A68B-562048DBEE08}" srcOrd="1" destOrd="0" presId="urn:microsoft.com/office/officeart/2005/8/layout/orgChart1"/>
    <dgm:cxn modelId="{2ADB6F78-2082-4878-9745-31C9C27C0B13}" type="presOf" srcId="{B7935DEC-4B42-4D29-8EE2-5C8E30B571DD}" destId="{6E144284-2D85-4D0C-AB37-D919DDDAC250}" srcOrd="0" destOrd="0" presId="urn:microsoft.com/office/officeart/2005/8/layout/orgChart1"/>
    <dgm:cxn modelId="{976BE85A-A218-43DB-999B-E09D1F0E9424}" type="presOf" srcId="{ABA0D23C-8A9F-416F-9AE4-B39CE1B4CB59}" destId="{689FD79A-7BF7-4658-8D6E-A671A22B930B}" srcOrd="1" destOrd="0" presId="urn:microsoft.com/office/officeart/2005/8/layout/orgChart1"/>
    <dgm:cxn modelId="{20C69B7C-82EA-48A7-9C56-CF51F4480C75}" srcId="{54B9494B-2C30-4EB3-9B80-3912E7C4A968}" destId="{0E66797E-EA5C-4080-9FB2-2D31A1129187}" srcOrd="1" destOrd="0" parTransId="{5B1F6CA9-FD38-43D9-B345-2466A21A0D53}" sibTransId="{65FC4258-04DC-44D8-8CF9-44455A0C6E87}"/>
    <dgm:cxn modelId="{B01FB298-036B-469A-881D-9D405B716960}" type="presOf" srcId="{8D9ED171-4A06-4467-BBA3-9C282AC924D0}" destId="{791A176C-263B-40C3-BB6B-598C11648698}" srcOrd="1" destOrd="0" presId="urn:microsoft.com/office/officeart/2005/8/layout/orgChart1"/>
    <dgm:cxn modelId="{AFB9789A-23EC-4EEF-9EFE-CE44D0055130}" type="presOf" srcId="{54B9494B-2C30-4EB3-9B80-3912E7C4A968}" destId="{1087584A-2B5C-4E7D-9C28-2EF39B1CAC41}" srcOrd="0" destOrd="0" presId="urn:microsoft.com/office/officeart/2005/8/layout/orgChart1"/>
    <dgm:cxn modelId="{5B6BF6A3-19CE-4B69-80D7-F8A1A4166944}" type="presOf" srcId="{0E66797E-EA5C-4080-9FB2-2D31A1129187}" destId="{30A65278-259F-4931-8D76-B57EC8B54A07}" srcOrd="1" destOrd="0" presId="urn:microsoft.com/office/officeart/2005/8/layout/orgChart1"/>
    <dgm:cxn modelId="{78B972AB-9A29-4050-83EF-881D06D7D16C}" type="presOf" srcId="{5B1F6CA9-FD38-43D9-B345-2466A21A0D53}" destId="{6CC96D79-9B3C-4652-A2EC-10185DC724ED}" srcOrd="0" destOrd="0" presId="urn:microsoft.com/office/officeart/2005/8/layout/orgChart1"/>
    <dgm:cxn modelId="{2CE212AF-B718-42C4-8014-C7ED8503DDFB}" type="presOf" srcId="{4380A5AD-5D22-4060-8690-D2D5037B77F3}" destId="{4E4D508D-DAE5-41C9-9CD1-96633F6FAECB}" srcOrd="0" destOrd="0" presId="urn:microsoft.com/office/officeart/2005/8/layout/orgChart1"/>
    <dgm:cxn modelId="{B9DD4AD9-7775-49C3-AFDD-A79480A040C3}" type="presOf" srcId="{ABA0D23C-8A9F-416F-9AE4-B39CE1B4CB59}" destId="{2649463B-E576-483E-9EAD-01AC60365933}" srcOrd="0" destOrd="0" presId="urn:microsoft.com/office/officeart/2005/8/layout/orgChart1"/>
    <dgm:cxn modelId="{0C5DE3D9-8CAC-4F43-8D1A-E2E9FF91D0BC}" type="presOf" srcId="{54B9494B-2C30-4EB3-9B80-3912E7C4A968}" destId="{D5289CAD-AAFD-4C04-844F-D6BFF1615980}" srcOrd="1" destOrd="0" presId="urn:microsoft.com/office/officeart/2005/8/layout/orgChart1"/>
    <dgm:cxn modelId="{A56513E1-270C-45AE-A8E4-0E8EE3FCFA40}" type="presOf" srcId="{4380A5AD-5D22-4060-8690-D2D5037B77F3}" destId="{C295C12E-6D85-403C-A099-8D592ECFA87B}" srcOrd="1" destOrd="0" presId="urn:microsoft.com/office/officeart/2005/8/layout/orgChart1"/>
    <dgm:cxn modelId="{B64C81F9-B42F-4513-A30D-B46C223EF86E}" type="presOf" srcId="{49EE70E6-4A45-43C2-BA30-D8245592AFF1}" destId="{4AAEACDB-B028-4965-B5AA-370A958CA839}" srcOrd="0" destOrd="0" presId="urn:microsoft.com/office/officeart/2005/8/layout/orgChart1"/>
    <dgm:cxn modelId="{E8D382FD-0A4F-436A-990B-995AA41DC120}" srcId="{ABA0D23C-8A9F-416F-9AE4-B39CE1B4CB59}" destId="{54B9494B-2C30-4EB3-9B80-3912E7C4A968}" srcOrd="0" destOrd="0" parTransId="{14248B8A-BE1A-4076-9729-F566F08BA66D}" sibTransId="{3E2FDC6D-E2C0-48D5-A9D8-8A1A79E70C84}"/>
    <dgm:cxn modelId="{D2B67AFE-C634-42E2-B996-C10D54C13A2B}" type="presOf" srcId="{C880FC16-A6C6-47F7-ACD8-C3F6E4BA8043}" destId="{497A9CF1-3BA6-4A26-A828-D8838D79234A}" srcOrd="0" destOrd="0" presId="urn:microsoft.com/office/officeart/2005/8/layout/orgChart1"/>
    <dgm:cxn modelId="{C6E503BA-72AE-4256-BA1D-8E665A8BD54F}" type="presParOf" srcId="{4AAEACDB-B028-4965-B5AA-370A958CA839}" destId="{1F0244D8-1814-4EC3-ACF2-4EBD4700B253}" srcOrd="0" destOrd="0" presId="urn:microsoft.com/office/officeart/2005/8/layout/orgChart1"/>
    <dgm:cxn modelId="{456F5FEB-8CDD-4D6F-A6C3-54C658F819EC}" type="presParOf" srcId="{1F0244D8-1814-4EC3-ACF2-4EBD4700B253}" destId="{0DEA6F5D-01F5-4D39-A670-DC8D62802FA9}" srcOrd="0" destOrd="0" presId="urn:microsoft.com/office/officeart/2005/8/layout/orgChart1"/>
    <dgm:cxn modelId="{7B253DD1-3FC9-4BE6-9B73-BD779203F2EC}" type="presParOf" srcId="{0DEA6F5D-01F5-4D39-A670-DC8D62802FA9}" destId="{2649463B-E576-483E-9EAD-01AC60365933}" srcOrd="0" destOrd="0" presId="urn:microsoft.com/office/officeart/2005/8/layout/orgChart1"/>
    <dgm:cxn modelId="{96C5C3DF-E5C6-4D1E-90E7-4F709F236C16}" type="presParOf" srcId="{0DEA6F5D-01F5-4D39-A670-DC8D62802FA9}" destId="{689FD79A-7BF7-4658-8D6E-A671A22B930B}" srcOrd="1" destOrd="0" presId="urn:microsoft.com/office/officeart/2005/8/layout/orgChart1"/>
    <dgm:cxn modelId="{7196E00A-7599-4884-B354-94C40B3900DB}" type="presParOf" srcId="{1F0244D8-1814-4EC3-ACF2-4EBD4700B253}" destId="{D2C18D66-8C8C-49F3-8613-C0F9B3B4BF8C}" srcOrd="1" destOrd="0" presId="urn:microsoft.com/office/officeart/2005/8/layout/orgChart1"/>
    <dgm:cxn modelId="{18129894-916B-453C-996C-DEBEE8136AD4}" type="presParOf" srcId="{D2C18D66-8C8C-49F3-8613-C0F9B3B4BF8C}" destId="{80F84556-7684-4226-BCD9-F53B0FE71CF5}" srcOrd="0" destOrd="0" presId="urn:microsoft.com/office/officeart/2005/8/layout/orgChart1"/>
    <dgm:cxn modelId="{BE972115-38FB-4E71-8B37-B630B81B8C89}" type="presParOf" srcId="{D2C18D66-8C8C-49F3-8613-C0F9B3B4BF8C}" destId="{97FCFF4F-34FF-4572-804F-A59CE5C588D5}" srcOrd="1" destOrd="0" presId="urn:microsoft.com/office/officeart/2005/8/layout/orgChart1"/>
    <dgm:cxn modelId="{DAA658A0-D30B-43AE-9F4A-EC53FCBE3708}" type="presParOf" srcId="{97FCFF4F-34FF-4572-804F-A59CE5C588D5}" destId="{FF4E89B9-4A23-402C-A9E3-7FC6FB7123E3}" srcOrd="0" destOrd="0" presId="urn:microsoft.com/office/officeart/2005/8/layout/orgChart1"/>
    <dgm:cxn modelId="{3115974A-4666-49B3-A660-27E89B9B6156}" type="presParOf" srcId="{FF4E89B9-4A23-402C-A9E3-7FC6FB7123E3}" destId="{1087584A-2B5C-4E7D-9C28-2EF39B1CAC41}" srcOrd="0" destOrd="0" presId="urn:microsoft.com/office/officeart/2005/8/layout/orgChart1"/>
    <dgm:cxn modelId="{C20AA197-FF90-42C9-A276-503ADAAD7766}" type="presParOf" srcId="{FF4E89B9-4A23-402C-A9E3-7FC6FB7123E3}" destId="{D5289CAD-AAFD-4C04-844F-D6BFF1615980}" srcOrd="1" destOrd="0" presId="urn:microsoft.com/office/officeart/2005/8/layout/orgChart1"/>
    <dgm:cxn modelId="{5B8BC5B0-AFCD-4D60-A360-7E0292982108}" type="presParOf" srcId="{97FCFF4F-34FF-4572-804F-A59CE5C588D5}" destId="{E200B5CA-96D0-4FD3-80D5-5F33AAFFC9D2}" srcOrd="1" destOrd="0" presId="urn:microsoft.com/office/officeart/2005/8/layout/orgChart1"/>
    <dgm:cxn modelId="{9961308F-E594-459E-BC06-D49830CA154A}" type="presParOf" srcId="{E200B5CA-96D0-4FD3-80D5-5F33AAFFC9D2}" destId="{497A9CF1-3BA6-4A26-A828-D8838D79234A}" srcOrd="0" destOrd="0" presId="urn:microsoft.com/office/officeart/2005/8/layout/orgChart1"/>
    <dgm:cxn modelId="{B464F20C-4282-4573-8412-021B9B2C65A0}" type="presParOf" srcId="{E200B5CA-96D0-4FD3-80D5-5F33AAFFC9D2}" destId="{9F80BC38-506A-4898-98AC-133408EA7EB9}" srcOrd="1" destOrd="0" presId="urn:microsoft.com/office/officeart/2005/8/layout/orgChart1"/>
    <dgm:cxn modelId="{61BFB39D-B634-4EC4-ADE2-EAE9655EB7EB}" type="presParOf" srcId="{9F80BC38-506A-4898-98AC-133408EA7EB9}" destId="{DFE84C85-A927-4894-BCB3-CC06A47BAB0A}" srcOrd="0" destOrd="0" presId="urn:microsoft.com/office/officeart/2005/8/layout/orgChart1"/>
    <dgm:cxn modelId="{FBF33529-8F7A-448D-96C5-F9E760E0183F}" type="presParOf" srcId="{DFE84C85-A927-4894-BCB3-CC06A47BAB0A}" destId="{4E4D508D-DAE5-41C9-9CD1-96633F6FAECB}" srcOrd="0" destOrd="0" presId="urn:microsoft.com/office/officeart/2005/8/layout/orgChart1"/>
    <dgm:cxn modelId="{84BCD3F9-6BA5-4EA7-8F64-004B3C630766}" type="presParOf" srcId="{DFE84C85-A927-4894-BCB3-CC06A47BAB0A}" destId="{C295C12E-6D85-403C-A099-8D592ECFA87B}" srcOrd="1" destOrd="0" presId="urn:microsoft.com/office/officeart/2005/8/layout/orgChart1"/>
    <dgm:cxn modelId="{B11166EC-6B84-4EDA-8A1E-8E349940731A}" type="presParOf" srcId="{9F80BC38-506A-4898-98AC-133408EA7EB9}" destId="{0C06B9F1-39D1-431A-9885-DCFC93332AF9}" srcOrd="1" destOrd="0" presId="urn:microsoft.com/office/officeart/2005/8/layout/orgChart1"/>
    <dgm:cxn modelId="{88B930D1-B40D-4C38-AF26-49D0CBA06DF2}" type="presParOf" srcId="{0C06B9F1-39D1-431A-9885-DCFC93332AF9}" destId="{6E144284-2D85-4D0C-AB37-D919DDDAC250}" srcOrd="0" destOrd="0" presId="urn:microsoft.com/office/officeart/2005/8/layout/orgChart1"/>
    <dgm:cxn modelId="{02026179-FCFF-4B54-8D9E-9F0F4E2968AE}" type="presParOf" srcId="{0C06B9F1-39D1-431A-9885-DCFC93332AF9}" destId="{9874F116-ADFB-47C4-91FB-E66C4BC01532}" srcOrd="1" destOrd="0" presId="urn:microsoft.com/office/officeart/2005/8/layout/orgChart1"/>
    <dgm:cxn modelId="{8B83A5CB-B60B-4FDC-B780-0E040DC71592}" type="presParOf" srcId="{9874F116-ADFB-47C4-91FB-E66C4BC01532}" destId="{10F93C3F-455A-46F3-94E2-4D614563EDC0}" srcOrd="0" destOrd="0" presId="urn:microsoft.com/office/officeart/2005/8/layout/orgChart1"/>
    <dgm:cxn modelId="{4D92DCA8-AE9F-4647-A650-EBD654975418}" type="presParOf" srcId="{10F93C3F-455A-46F3-94E2-4D614563EDC0}" destId="{645D0540-1E7F-41F7-827D-36F054965B6A}" srcOrd="0" destOrd="0" presId="urn:microsoft.com/office/officeart/2005/8/layout/orgChart1"/>
    <dgm:cxn modelId="{550A76B4-4370-47A6-9E73-5D794B37E199}" type="presParOf" srcId="{10F93C3F-455A-46F3-94E2-4D614563EDC0}" destId="{1DC5DD66-62B0-4585-A68B-562048DBEE08}" srcOrd="1" destOrd="0" presId="urn:microsoft.com/office/officeart/2005/8/layout/orgChart1"/>
    <dgm:cxn modelId="{BE823A69-1297-49A6-A819-7271F04CBEE2}" type="presParOf" srcId="{9874F116-ADFB-47C4-91FB-E66C4BC01532}" destId="{AF06E932-30D2-44C0-ADA1-B9820A231F3D}" srcOrd="1" destOrd="0" presId="urn:microsoft.com/office/officeart/2005/8/layout/orgChart1"/>
    <dgm:cxn modelId="{94885B52-4C22-4101-9626-D861F6CB80AA}" type="presParOf" srcId="{9874F116-ADFB-47C4-91FB-E66C4BC01532}" destId="{6AE5A353-1647-4568-9417-5726B85C738F}" srcOrd="2" destOrd="0" presId="urn:microsoft.com/office/officeart/2005/8/layout/orgChart1"/>
    <dgm:cxn modelId="{1266D3D1-19CD-4712-84B7-F70A3B0C6957}" type="presParOf" srcId="{9F80BC38-506A-4898-98AC-133408EA7EB9}" destId="{512237BF-8140-4C4D-9E25-D97E154D1B9B}" srcOrd="2" destOrd="0" presId="urn:microsoft.com/office/officeart/2005/8/layout/orgChart1"/>
    <dgm:cxn modelId="{DB6A90EA-DBF3-4A29-A2B9-A2D23FC79DA5}" type="presParOf" srcId="{E200B5CA-96D0-4FD3-80D5-5F33AAFFC9D2}" destId="{6CC96D79-9B3C-4652-A2EC-10185DC724ED}" srcOrd="2" destOrd="0" presId="urn:microsoft.com/office/officeart/2005/8/layout/orgChart1"/>
    <dgm:cxn modelId="{4AE96C63-2AEA-410B-815A-2EEF1F1E8AE4}" type="presParOf" srcId="{E200B5CA-96D0-4FD3-80D5-5F33AAFFC9D2}" destId="{CA10E46B-985D-4FA8-BA47-5D48533034EA}" srcOrd="3" destOrd="0" presId="urn:microsoft.com/office/officeart/2005/8/layout/orgChart1"/>
    <dgm:cxn modelId="{FABC4DB9-CC84-48C6-BFD9-8CE5080F5F73}" type="presParOf" srcId="{CA10E46B-985D-4FA8-BA47-5D48533034EA}" destId="{8F1BB36A-43DC-4D34-9544-1DD89D5BE6FB}" srcOrd="0" destOrd="0" presId="urn:microsoft.com/office/officeart/2005/8/layout/orgChart1"/>
    <dgm:cxn modelId="{C32652A3-18D4-4782-B673-CBDCCA240FAA}" type="presParOf" srcId="{8F1BB36A-43DC-4D34-9544-1DD89D5BE6FB}" destId="{5E90993D-0EE8-44F9-846A-FE81F8EACF89}" srcOrd="0" destOrd="0" presId="urn:microsoft.com/office/officeart/2005/8/layout/orgChart1"/>
    <dgm:cxn modelId="{91C07C83-21B9-48FD-BC0D-36B6331ECF11}" type="presParOf" srcId="{8F1BB36A-43DC-4D34-9544-1DD89D5BE6FB}" destId="{30A65278-259F-4931-8D76-B57EC8B54A07}" srcOrd="1" destOrd="0" presId="urn:microsoft.com/office/officeart/2005/8/layout/orgChart1"/>
    <dgm:cxn modelId="{0C4D2570-93A2-4869-A9C9-4346A4503F5D}" type="presParOf" srcId="{CA10E46B-985D-4FA8-BA47-5D48533034EA}" destId="{C21BF51E-6906-4B1B-A91E-BD293E677F07}" srcOrd="1" destOrd="0" presId="urn:microsoft.com/office/officeart/2005/8/layout/orgChart1"/>
    <dgm:cxn modelId="{3EC7DD6B-F550-4216-989A-D5A0D8923813}" type="presParOf" srcId="{C21BF51E-6906-4B1B-A91E-BD293E677F07}" destId="{CBF4CB75-C38A-4738-A670-5AD1FD90349E}" srcOrd="0" destOrd="0" presId="urn:microsoft.com/office/officeart/2005/8/layout/orgChart1"/>
    <dgm:cxn modelId="{F92A07F0-248C-40E4-91DE-D1BC8EA6ADAF}" type="presParOf" srcId="{C21BF51E-6906-4B1B-A91E-BD293E677F07}" destId="{9C60D337-9682-4BEA-B7AA-268A2DE84F6B}" srcOrd="1" destOrd="0" presId="urn:microsoft.com/office/officeart/2005/8/layout/orgChart1"/>
    <dgm:cxn modelId="{EC30AA57-0259-423E-8429-F2EC158B9CA5}" type="presParOf" srcId="{9C60D337-9682-4BEA-B7AA-268A2DE84F6B}" destId="{B792DED4-8C6F-42AA-B797-D32687301381}" srcOrd="0" destOrd="0" presId="urn:microsoft.com/office/officeart/2005/8/layout/orgChart1"/>
    <dgm:cxn modelId="{71764BAA-5061-4EC4-9A8B-8EAB07F963A4}" type="presParOf" srcId="{B792DED4-8C6F-42AA-B797-D32687301381}" destId="{BA0049ED-8EAF-44A8-964B-C2976B3D5168}" srcOrd="0" destOrd="0" presId="urn:microsoft.com/office/officeart/2005/8/layout/orgChart1"/>
    <dgm:cxn modelId="{225162FB-D265-4119-940C-1F4DF49D1153}" type="presParOf" srcId="{B792DED4-8C6F-42AA-B797-D32687301381}" destId="{791A176C-263B-40C3-BB6B-598C11648698}" srcOrd="1" destOrd="0" presId="urn:microsoft.com/office/officeart/2005/8/layout/orgChart1"/>
    <dgm:cxn modelId="{FC90C683-00B2-4D06-AFA0-014F81132BEB}" type="presParOf" srcId="{9C60D337-9682-4BEA-B7AA-268A2DE84F6B}" destId="{3573D2A8-D7E9-42D1-8011-FA0D2AAED5DF}" srcOrd="1" destOrd="0" presId="urn:microsoft.com/office/officeart/2005/8/layout/orgChart1"/>
    <dgm:cxn modelId="{8306BF27-F912-4AC8-99B9-7B38FDF557A4}" type="presParOf" srcId="{9C60D337-9682-4BEA-B7AA-268A2DE84F6B}" destId="{153E6BAB-5ABA-4792-B6FD-E82A75F35553}" srcOrd="2" destOrd="0" presId="urn:microsoft.com/office/officeart/2005/8/layout/orgChart1"/>
    <dgm:cxn modelId="{6954D8FA-486A-46E4-8A67-88A098E4A325}" type="presParOf" srcId="{CA10E46B-985D-4FA8-BA47-5D48533034EA}" destId="{CE3E8E75-44F5-48AC-908B-D02EE65ED4DB}" srcOrd="2" destOrd="0" presId="urn:microsoft.com/office/officeart/2005/8/layout/orgChart1"/>
    <dgm:cxn modelId="{94CFD80B-FC48-4733-86BC-0CADCD04E4C3}" type="presParOf" srcId="{97FCFF4F-34FF-4572-804F-A59CE5C588D5}" destId="{2480F91F-311B-4C98-9110-16D90A0BC9DB}" srcOrd="2" destOrd="0" presId="urn:microsoft.com/office/officeart/2005/8/layout/orgChart1"/>
    <dgm:cxn modelId="{63A93D52-0F33-4E6C-8D9C-0DE0740AD179}" type="presParOf" srcId="{1F0244D8-1814-4EC3-ACF2-4EBD4700B253}" destId="{D92EEC3B-7754-47C2-94D3-702A1AAC826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A0C21FC-6668-4A4B-8F9A-D7ADD95D0BE4}" type="doc">
      <dgm:prSet loTypeId="urn:microsoft.com/office/officeart/2005/8/layout/hierarchy3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F27B547F-9376-495A-9422-B7FFEC1E19DC}">
      <dgm:prSet phldrT="[Texte]"/>
      <dgm:spPr>
        <a:solidFill>
          <a:srgbClr val="FF4B4B"/>
        </a:solidFill>
      </dgm:spPr>
      <dgm:t>
        <a:bodyPr/>
        <a:lstStyle/>
        <a:p>
          <a:r>
            <a:rPr lang="fr-FR" dirty="0"/>
            <a:t>Réécriture complète</a:t>
          </a:r>
        </a:p>
      </dgm:t>
    </dgm:pt>
    <dgm:pt modelId="{0FBD6AA0-4AA9-46CD-8489-D3FE6CB5E983}" type="parTrans" cxnId="{DEC9C4F2-F433-4752-89A9-DD9A56B673AC}">
      <dgm:prSet/>
      <dgm:spPr/>
      <dgm:t>
        <a:bodyPr/>
        <a:lstStyle/>
        <a:p>
          <a:endParaRPr lang="fr-FR"/>
        </a:p>
      </dgm:t>
    </dgm:pt>
    <dgm:pt modelId="{DDD1D3D4-FEFC-42F8-8174-A316471593ED}" type="sibTrans" cxnId="{DEC9C4F2-F433-4752-89A9-DD9A56B673AC}">
      <dgm:prSet/>
      <dgm:spPr/>
      <dgm:t>
        <a:bodyPr/>
        <a:lstStyle/>
        <a:p>
          <a:endParaRPr lang="fr-FR"/>
        </a:p>
      </dgm:t>
    </dgm:pt>
    <dgm:pt modelId="{B5FD2FC4-41CD-400F-ADAF-2608FDBA2D25}">
      <dgm:prSet phldrT="[Texte]"/>
      <dgm:spPr>
        <a:solidFill>
          <a:srgbClr val="FBCFCF">
            <a:alpha val="90000"/>
          </a:srgbClr>
        </a:solidFill>
      </dgm:spPr>
      <dgm:t>
        <a:bodyPr/>
        <a:lstStyle/>
        <a:p>
          <a:r>
            <a:rPr lang="fr-FR" dirty="0"/>
            <a:t>Fort coût en ressource humaine</a:t>
          </a:r>
        </a:p>
      </dgm:t>
    </dgm:pt>
    <dgm:pt modelId="{ABED5314-E0F0-4EEC-A603-256459814AF1}" type="parTrans" cxnId="{084463F1-60C7-4D1F-AA21-F6A95B52D0EE}">
      <dgm:prSet/>
      <dgm:spPr/>
      <dgm:t>
        <a:bodyPr/>
        <a:lstStyle/>
        <a:p>
          <a:endParaRPr lang="fr-FR"/>
        </a:p>
      </dgm:t>
    </dgm:pt>
    <dgm:pt modelId="{58CA7C2B-7887-4341-89AC-FDF16FCF5F0F}" type="sibTrans" cxnId="{084463F1-60C7-4D1F-AA21-F6A95B52D0EE}">
      <dgm:prSet/>
      <dgm:spPr/>
      <dgm:t>
        <a:bodyPr/>
        <a:lstStyle/>
        <a:p>
          <a:endParaRPr lang="fr-FR"/>
        </a:p>
      </dgm:t>
    </dgm:pt>
    <dgm:pt modelId="{7EAB2F96-E12F-4E74-83EA-4279FF6A8BD1}">
      <dgm:prSet phldrT="[Texte]"/>
      <dgm:spPr>
        <a:solidFill>
          <a:srgbClr val="FBCFCF">
            <a:alpha val="90000"/>
          </a:srgbClr>
        </a:solidFill>
      </dgm:spPr>
      <dgm:t>
        <a:bodyPr/>
        <a:lstStyle/>
        <a:p>
          <a:r>
            <a:rPr lang="fr-FR" dirty="0"/>
            <a:t>Risque de retard chronique</a:t>
          </a:r>
        </a:p>
      </dgm:t>
    </dgm:pt>
    <dgm:pt modelId="{46E31A29-AB77-45A8-9E60-F9D4BF7A9AAD}" type="parTrans" cxnId="{10F9FB95-8B54-4BE4-806F-8A6588CAD197}">
      <dgm:prSet/>
      <dgm:spPr/>
      <dgm:t>
        <a:bodyPr/>
        <a:lstStyle/>
        <a:p>
          <a:endParaRPr lang="fr-FR"/>
        </a:p>
      </dgm:t>
    </dgm:pt>
    <dgm:pt modelId="{F960FBD1-3377-41AF-A9C6-C08249F2143D}" type="sibTrans" cxnId="{10F9FB95-8B54-4BE4-806F-8A6588CAD197}">
      <dgm:prSet/>
      <dgm:spPr/>
      <dgm:t>
        <a:bodyPr/>
        <a:lstStyle/>
        <a:p>
          <a:endParaRPr lang="fr-FR"/>
        </a:p>
      </dgm:t>
    </dgm:pt>
    <dgm:pt modelId="{A6C3321B-CDCB-4467-8931-EBC85A4A6766}">
      <dgm:prSet phldrT="[Texte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fr-FR" dirty="0"/>
            <a:t>Migration incrémentale</a:t>
          </a:r>
        </a:p>
      </dgm:t>
    </dgm:pt>
    <dgm:pt modelId="{CD574EDF-B33A-4B2E-8798-4963BF2BBB8F}" type="parTrans" cxnId="{ED2CCAF3-B99B-464A-8A9D-67CD68F2EE39}">
      <dgm:prSet/>
      <dgm:spPr/>
      <dgm:t>
        <a:bodyPr/>
        <a:lstStyle/>
        <a:p>
          <a:endParaRPr lang="fr-FR"/>
        </a:p>
      </dgm:t>
    </dgm:pt>
    <dgm:pt modelId="{19126380-CF0C-441C-A2B8-2C3858BA59BA}" type="sibTrans" cxnId="{ED2CCAF3-B99B-464A-8A9D-67CD68F2EE39}">
      <dgm:prSet/>
      <dgm:spPr/>
      <dgm:t>
        <a:bodyPr/>
        <a:lstStyle/>
        <a:p>
          <a:endParaRPr lang="fr-FR"/>
        </a:p>
      </dgm:t>
    </dgm:pt>
    <dgm:pt modelId="{995432AA-38D7-43F8-B735-54DB95B03F27}">
      <dgm:prSet phldrT="[Texte]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dirty="0"/>
            <a:t>Module Upgrade</a:t>
          </a:r>
        </a:p>
      </dgm:t>
    </dgm:pt>
    <dgm:pt modelId="{2C390085-0071-4A4E-8125-B2932FE73B75}" type="parTrans" cxnId="{AE907055-869C-43CC-B611-B2977ADD1168}">
      <dgm:prSet/>
      <dgm:spPr/>
      <dgm:t>
        <a:bodyPr/>
        <a:lstStyle/>
        <a:p>
          <a:endParaRPr lang="fr-FR"/>
        </a:p>
      </dgm:t>
    </dgm:pt>
    <dgm:pt modelId="{B74027FE-A63A-4596-9804-C4ED23E62AC9}" type="sibTrans" cxnId="{AE907055-869C-43CC-B611-B2977ADD1168}">
      <dgm:prSet/>
      <dgm:spPr/>
      <dgm:t>
        <a:bodyPr/>
        <a:lstStyle/>
        <a:p>
          <a:endParaRPr lang="fr-FR"/>
        </a:p>
      </dgm:t>
    </dgm:pt>
    <dgm:pt modelId="{57EECE2D-6572-4BAF-B028-C59B00549A20}">
      <dgm:prSet phldrT="[Texte]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dirty="0"/>
            <a:t>Cohabitation entre les deux Framework</a:t>
          </a:r>
        </a:p>
      </dgm:t>
    </dgm:pt>
    <dgm:pt modelId="{FDD9ACCA-E802-4479-A9A7-24E56CEC26A6}" type="parTrans" cxnId="{DD2E54BE-BEB8-4EE7-AB48-E39701A0970F}">
      <dgm:prSet/>
      <dgm:spPr/>
      <dgm:t>
        <a:bodyPr/>
        <a:lstStyle/>
        <a:p>
          <a:endParaRPr lang="fr-FR"/>
        </a:p>
      </dgm:t>
    </dgm:pt>
    <dgm:pt modelId="{53E50320-A8E7-4181-B0F7-5296E11C71AA}" type="sibTrans" cxnId="{DD2E54BE-BEB8-4EE7-AB48-E39701A0970F}">
      <dgm:prSet/>
      <dgm:spPr/>
      <dgm:t>
        <a:bodyPr/>
        <a:lstStyle/>
        <a:p>
          <a:endParaRPr lang="fr-FR"/>
        </a:p>
      </dgm:t>
    </dgm:pt>
    <dgm:pt modelId="{1B8318E1-AEE2-404F-886A-C8A9763C98C1}">
      <dgm:prSet phldrT="[Texte]"/>
      <dgm:spPr>
        <a:solidFill>
          <a:srgbClr val="FBCFCF">
            <a:alpha val="90000"/>
          </a:srgbClr>
        </a:solidFill>
      </dgm:spPr>
      <dgm:t>
        <a:bodyPr/>
        <a:lstStyle/>
        <a:p>
          <a:r>
            <a:rPr lang="fr-FR" dirty="0"/>
            <a:t>Maintenir deux applications</a:t>
          </a:r>
        </a:p>
      </dgm:t>
    </dgm:pt>
    <dgm:pt modelId="{1D4B103A-CCFF-4A01-9499-3FA5563B3AF8}" type="parTrans" cxnId="{5D96C097-CC4C-46BF-B54A-0C063CBD6C7B}">
      <dgm:prSet/>
      <dgm:spPr/>
      <dgm:t>
        <a:bodyPr/>
        <a:lstStyle/>
        <a:p>
          <a:endParaRPr lang="fr-FR"/>
        </a:p>
      </dgm:t>
    </dgm:pt>
    <dgm:pt modelId="{9398480E-45ED-44DC-A032-2C017A12EB02}" type="sibTrans" cxnId="{5D96C097-CC4C-46BF-B54A-0C063CBD6C7B}">
      <dgm:prSet/>
      <dgm:spPr/>
      <dgm:t>
        <a:bodyPr/>
        <a:lstStyle/>
        <a:p>
          <a:endParaRPr lang="fr-FR"/>
        </a:p>
      </dgm:t>
    </dgm:pt>
    <dgm:pt modelId="{C361DF61-E2B0-4AF4-AC8B-77412322B449}">
      <dgm:prSet phldrT="[Texte]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dirty="0"/>
            <a:t>Préserver les fonctionnalités existantes</a:t>
          </a:r>
        </a:p>
      </dgm:t>
    </dgm:pt>
    <dgm:pt modelId="{BCEF152C-28B3-4CCA-A5BF-31B2CFE44E78}" type="parTrans" cxnId="{714DF1FC-6C14-4785-BB3E-56665D93E13B}">
      <dgm:prSet/>
      <dgm:spPr/>
      <dgm:t>
        <a:bodyPr/>
        <a:lstStyle/>
        <a:p>
          <a:endParaRPr lang="fr-FR"/>
        </a:p>
      </dgm:t>
    </dgm:pt>
    <dgm:pt modelId="{265EF858-B3C8-4407-8A8F-4BF0CA0E2D71}" type="sibTrans" cxnId="{714DF1FC-6C14-4785-BB3E-56665D93E13B}">
      <dgm:prSet/>
      <dgm:spPr/>
      <dgm:t>
        <a:bodyPr/>
        <a:lstStyle/>
        <a:p>
          <a:endParaRPr lang="fr-FR"/>
        </a:p>
      </dgm:t>
    </dgm:pt>
    <dgm:pt modelId="{2F41FC7D-3369-4CE7-9C22-22E108D352D3}">
      <dgm:prSet phldrT="[Texte]"/>
      <dgm:spPr>
        <a:solidFill>
          <a:srgbClr val="FBCFCF">
            <a:alpha val="90000"/>
          </a:srgbClr>
        </a:solidFill>
      </dgm:spPr>
      <dgm:t>
        <a:bodyPr/>
        <a:lstStyle/>
        <a:p>
          <a:r>
            <a:rPr lang="fr-FR" dirty="0"/>
            <a:t>Pas de continuité de développement</a:t>
          </a:r>
        </a:p>
      </dgm:t>
    </dgm:pt>
    <dgm:pt modelId="{6895022F-354A-45E1-ABE9-C692BAE234DC}" type="parTrans" cxnId="{324C872A-1799-4DA5-8DCE-34A6995A279A}">
      <dgm:prSet/>
      <dgm:spPr/>
      <dgm:t>
        <a:bodyPr/>
        <a:lstStyle/>
        <a:p>
          <a:endParaRPr lang="fr-FR"/>
        </a:p>
      </dgm:t>
    </dgm:pt>
    <dgm:pt modelId="{C2850C01-777A-4146-A19E-399D931717E6}" type="sibTrans" cxnId="{324C872A-1799-4DA5-8DCE-34A6995A279A}">
      <dgm:prSet/>
      <dgm:spPr/>
      <dgm:t>
        <a:bodyPr/>
        <a:lstStyle/>
        <a:p>
          <a:endParaRPr lang="fr-FR"/>
        </a:p>
      </dgm:t>
    </dgm:pt>
    <dgm:pt modelId="{A45D4E03-698D-4F95-8F8E-800FE67AAC42}">
      <dgm:prSet phldrT="[Texte]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fr-FR" dirty="0"/>
            <a:t>Réduction du risque technique</a:t>
          </a:r>
        </a:p>
      </dgm:t>
    </dgm:pt>
    <dgm:pt modelId="{FEBEF95C-F461-4616-9E14-E04260B21C79}" type="parTrans" cxnId="{D755821A-E02F-4ED5-85E7-D4D12842440D}">
      <dgm:prSet/>
      <dgm:spPr/>
    </dgm:pt>
    <dgm:pt modelId="{8D0C8C7C-6C3F-468B-A569-4332AA833477}" type="sibTrans" cxnId="{D755821A-E02F-4ED5-85E7-D4D12842440D}">
      <dgm:prSet/>
      <dgm:spPr/>
    </dgm:pt>
    <dgm:pt modelId="{B0999FA5-3A19-4C82-B914-0D0E5DF17306}" type="pres">
      <dgm:prSet presAssocID="{2A0C21FC-6668-4A4B-8F9A-D7ADD95D0BE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16E62EA-6977-43C3-90D6-F0F5EF328FD3}" type="pres">
      <dgm:prSet presAssocID="{F27B547F-9376-495A-9422-B7FFEC1E19DC}" presName="root" presStyleCnt="0"/>
      <dgm:spPr/>
    </dgm:pt>
    <dgm:pt modelId="{35B34F1C-3FD8-48B1-9090-18FA300B18B2}" type="pres">
      <dgm:prSet presAssocID="{F27B547F-9376-495A-9422-B7FFEC1E19DC}" presName="rootComposite" presStyleCnt="0"/>
      <dgm:spPr/>
    </dgm:pt>
    <dgm:pt modelId="{2873D4B3-EF24-4C91-B715-0BD1979837E3}" type="pres">
      <dgm:prSet presAssocID="{F27B547F-9376-495A-9422-B7FFEC1E19DC}" presName="rootText" presStyleLbl="node1" presStyleIdx="0" presStyleCnt="2"/>
      <dgm:spPr/>
    </dgm:pt>
    <dgm:pt modelId="{A8661726-7073-4D8A-A38F-59B63E1CD8FD}" type="pres">
      <dgm:prSet presAssocID="{F27B547F-9376-495A-9422-B7FFEC1E19DC}" presName="rootConnector" presStyleLbl="node1" presStyleIdx="0" presStyleCnt="2"/>
      <dgm:spPr/>
    </dgm:pt>
    <dgm:pt modelId="{FDF04E04-B23B-40A1-A004-6A755232B0BB}" type="pres">
      <dgm:prSet presAssocID="{F27B547F-9376-495A-9422-B7FFEC1E19DC}" presName="childShape" presStyleCnt="0"/>
      <dgm:spPr/>
    </dgm:pt>
    <dgm:pt modelId="{9421E303-D6F3-4B8E-B874-66BE9E46B159}" type="pres">
      <dgm:prSet presAssocID="{ABED5314-E0F0-4EEC-A603-256459814AF1}" presName="Name13" presStyleLbl="parChTrans1D2" presStyleIdx="0" presStyleCnt="8"/>
      <dgm:spPr/>
    </dgm:pt>
    <dgm:pt modelId="{17D4AA84-DC2D-4877-8DC5-AB259FC61408}" type="pres">
      <dgm:prSet presAssocID="{B5FD2FC4-41CD-400F-ADAF-2608FDBA2D25}" presName="childText" presStyleLbl="bgAcc1" presStyleIdx="0" presStyleCnt="8">
        <dgm:presLayoutVars>
          <dgm:bulletEnabled val="1"/>
        </dgm:presLayoutVars>
      </dgm:prSet>
      <dgm:spPr/>
    </dgm:pt>
    <dgm:pt modelId="{6E237BEC-A747-4413-842A-D0BECD2A0C4A}" type="pres">
      <dgm:prSet presAssocID="{46E31A29-AB77-45A8-9E60-F9D4BF7A9AAD}" presName="Name13" presStyleLbl="parChTrans1D2" presStyleIdx="1" presStyleCnt="8"/>
      <dgm:spPr/>
    </dgm:pt>
    <dgm:pt modelId="{147E5873-4733-4968-9906-92F6658688A6}" type="pres">
      <dgm:prSet presAssocID="{7EAB2F96-E12F-4E74-83EA-4279FF6A8BD1}" presName="childText" presStyleLbl="bgAcc1" presStyleIdx="1" presStyleCnt="8">
        <dgm:presLayoutVars>
          <dgm:bulletEnabled val="1"/>
        </dgm:presLayoutVars>
      </dgm:prSet>
      <dgm:spPr/>
    </dgm:pt>
    <dgm:pt modelId="{FB5CE4ED-7D6E-4764-B19A-7E851A6BC339}" type="pres">
      <dgm:prSet presAssocID="{1D4B103A-CCFF-4A01-9499-3FA5563B3AF8}" presName="Name13" presStyleLbl="parChTrans1D2" presStyleIdx="2" presStyleCnt="8"/>
      <dgm:spPr/>
    </dgm:pt>
    <dgm:pt modelId="{671B9839-C5D2-47CD-A8E1-9FFFD05190FB}" type="pres">
      <dgm:prSet presAssocID="{1B8318E1-AEE2-404F-886A-C8A9763C98C1}" presName="childText" presStyleLbl="bgAcc1" presStyleIdx="2" presStyleCnt="8">
        <dgm:presLayoutVars>
          <dgm:bulletEnabled val="1"/>
        </dgm:presLayoutVars>
      </dgm:prSet>
      <dgm:spPr/>
    </dgm:pt>
    <dgm:pt modelId="{DAFD551A-5F2B-41F0-B807-920D3B962D9C}" type="pres">
      <dgm:prSet presAssocID="{6895022F-354A-45E1-ABE9-C692BAE234DC}" presName="Name13" presStyleLbl="parChTrans1D2" presStyleIdx="3" presStyleCnt="8"/>
      <dgm:spPr/>
    </dgm:pt>
    <dgm:pt modelId="{EDA9DEED-8BB6-4639-9AB9-5CCA919B9B31}" type="pres">
      <dgm:prSet presAssocID="{2F41FC7D-3369-4CE7-9C22-22E108D352D3}" presName="childText" presStyleLbl="bgAcc1" presStyleIdx="3" presStyleCnt="8">
        <dgm:presLayoutVars>
          <dgm:bulletEnabled val="1"/>
        </dgm:presLayoutVars>
      </dgm:prSet>
      <dgm:spPr/>
    </dgm:pt>
    <dgm:pt modelId="{AC45637C-64C6-4998-A7FA-DD75BD419A0F}" type="pres">
      <dgm:prSet presAssocID="{A6C3321B-CDCB-4467-8931-EBC85A4A6766}" presName="root" presStyleCnt="0"/>
      <dgm:spPr/>
    </dgm:pt>
    <dgm:pt modelId="{2309FBAF-4E00-4239-8167-DED330C587CE}" type="pres">
      <dgm:prSet presAssocID="{A6C3321B-CDCB-4467-8931-EBC85A4A6766}" presName="rootComposite" presStyleCnt="0"/>
      <dgm:spPr/>
    </dgm:pt>
    <dgm:pt modelId="{4C50F121-703B-4DA0-BC55-BB2AC59F65D5}" type="pres">
      <dgm:prSet presAssocID="{A6C3321B-CDCB-4467-8931-EBC85A4A6766}" presName="rootText" presStyleLbl="node1" presStyleIdx="1" presStyleCnt="2"/>
      <dgm:spPr/>
    </dgm:pt>
    <dgm:pt modelId="{8C9E87E6-719C-46C9-89AE-42925233077D}" type="pres">
      <dgm:prSet presAssocID="{A6C3321B-CDCB-4467-8931-EBC85A4A6766}" presName="rootConnector" presStyleLbl="node1" presStyleIdx="1" presStyleCnt="2"/>
      <dgm:spPr/>
    </dgm:pt>
    <dgm:pt modelId="{31B1B314-E74C-4AF6-B3D8-807CE8F4C952}" type="pres">
      <dgm:prSet presAssocID="{A6C3321B-CDCB-4467-8931-EBC85A4A6766}" presName="childShape" presStyleCnt="0"/>
      <dgm:spPr/>
    </dgm:pt>
    <dgm:pt modelId="{F5C38B01-D840-4AC6-B35B-E9AB26BB6A78}" type="pres">
      <dgm:prSet presAssocID="{2C390085-0071-4A4E-8125-B2932FE73B75}" presName="Name13" presStyleLbl="parChTrans1D2" presStyleIdx="4" presStyleCnt="8"/>
      <dgm:spPr/>
    </dgm:pt>
    <dgm:pt modelId="{EF59975D-AB05-42BB-ADFE-08A74DEB907E}" type="pres">
      <dgm:prSet presAssocID="{995432AA-38D7-43F8-B735-54DB95B03F27}" presName="childText" presStyleLbl="bgAcc1" presStyleIdx="4" presStyleCnt="8">
        <dgm:presLayoutVars>
          <dgm:bulletEnabled val="1"/>
        </dgm:presLayoutVars>
      </dgm:prSet>
      <dgm:spPr/>
    </dgm:pt>
    <dgm:pt modelId="{B446CA58-FFA2-424E-BFC3-40A1777B842B}" type="pres">
      <dgm:prSet presAssocID="{FDD9ACCA-E802-4479-A9A7-24E56CEC26A6}" presName="Name13" presStyleLbl="parChTrans1D2" presStyleIdx="5" presStyleCnt="8"/>
      <dgm:spPr/>
    </dgm:pt>
    <dgm:pt modelId="{980CF278-7827-4A12-860B-DC83F454DBDD}" type="pres">
      <dgm:prSet presAssocID="{57EECE2D-6572-4BAF-B028-C59B00549A20}" presName="childText" presStyleLbl="bgAcc1" presStyleIdx="5" presStyleCnt="8">
        <dgm:presLayoutVars>
          <dgm:bulletEnabled val="1"/>
        </dgm:presLayoutVars>
      </dgm:prSet>
      <dgm:spPr/>
    </dgm:pt>
    <dgm:pt modelId="{D9F51E35-ADFF-4835-B510-BDC1B9F2E622}" type="pres">
      <dgm:prSet presAssocID="{BCEF152C-28B3-4CCA-A5BF-31B2CFE44E78}" presName="Name13" presStyleLbl="parChTrans1D2" presStyleIdx="6" presStyleCnt="8"/>
      <dgm:spPr/>
    </dgm:pt>
    <dgm:pt modelId="{62555157-4A61-4C5B-BC45-C1CE1A53FAE0}" type="pres">
      <dgm:prSet presAssocID="{C361DF61-E2B0-4AF4-AC8B-77412322B449}" presName="childText" presStyleLbl="bgAcc1" presStyleIdx="6" presStyleCnt="8">
        <dgm:presLayoutVars>
          <dgm:bulletEnabled val="1"/>
        </dgm:presLayoutVars>
      </dgm:prSet>
      <dgm:spPr/>
    </dgm:pt>
    <dgm:pt modelId="{8FB404BC-88A4-48BD-AA4B-1DA5834EF294}" type="pres">
      <dgm:prSet presAssocID="{FEBEF95C-F461-4616-9E14-E04260B21C79}" presName="Name13" presStyleLbl="parChTrans1D2" presStyleIdx="7" presStyleCnt="8"/>
      <dgm:spPr/>
    </dgm:pt>
    <dgm:pt modelId="{F98BE957-F9A7-4C6C-A35A-234220BC49A1}" type="pres">
      <dgm:prSet presAssocID="{A45D4E03-698D-4F95-8F8E-800FE67AAC42}" presName="childText" presStyleLbl="bgAcc1" presStyleIdx="7" presStyleCnt="8">
        <dgm:presLayoutVars>
          <dgm:bulletEnabled val="1"/>
        </dgm:presLayoutVars>
      </dgm:prSet>
      <dgm:spPr/>
    </dgm:pt>
  </dgm:ptLst>
  <dgm:cxnLst>
    <dgm:cxn modelId="{8445CE19-7633-42C2-92E9-4C82B2CCF06B}" type="presOf" srcId="{2C390085-0071-4A4E-8125-B2932FE73B75}" destId="{F5C38B01-D840-4AC6-B35B-E9AB26BB6A78}" srcOrd="0" destOrd="0" presId="urn:microsoft.com/office/officeart/2005/8/layout/hierarchy3"/>
    <dgm:cxn modelId="{D755821A-E02F-4ED5-85E7-D4D12842440D}" srcId="{A6C3321B-CDCB-4467-8931-EBC85A4A6766}" destId="{A45D4E03-698D-4F95-8F8E-800FE67AAC42}" srcOrd="3" destOrd="0" parTransId="{FEBEF95C-F461-4616-9E14-E04260B21C79}" sibTransId="{8D0C8C7C-6C3F-468B-A569-4332AA833477}"/>
    <dgm:cxn modelId="{812C0921-B9DC-4A3C-AFF7-F14A48E2B32F}" type="presOf" srcId="{A6C3321B-CDCB-4467-8931-EBC85A4A6766}" destId="{8C9E87E6-719C-46C9-89AE-42925233077D}" srcOrd="1" destOrd="0" presId="urn:microsoft.com/office/officeart/2005/8/layout/hierarchy3"/>
    <dgm:cxn modelId="{324C872A-1799-4DA5-8DCE-34A6995A279A}" srcId="{F27B547F-9376-495A-9422-B7FFEC1E19DC}" destId="{2F41FC7D-3369-4CE7-9C22-22E108D352D3}" srcOrd="3" destOrd="0" parTransId="{6895022F-354A-45E1-ABE9-C692BAE234DC}" sibTransId="{C2850C01-777A-4146-A19E-399D931717E6}"/>
    <dgm:cxn modelId="{22D12A31-5B9B-4C30-B473-B3FB28FC2E3F}" type="presOf" srcId="{C361DF61-E2B0-4AF4-AC8B-77412322B449}" destId="{62555157-4A61-4C5B-BC45-C1CE1A53FAE0}" srcOrd="0" destOrd="0" presId="urn:microsoft.com/office/officeart/2005/8/layout/hierarchy3"/>
    <dgm:cxn modelId="{F39C093D-B4F0-4889-8ABA-CA704962F078}" type="presOf" srcId="{7EAB2F96-E12F-4E74-83EA-4279FF6A8BD1}" destId="{147E5873-4733-4968-9906-92F6658688A6}" srcOrd="0" destOrd="0" presId="urn:microsoft.com/office/officeart/2005/8/layout/hierarchy3"/>
    <dgm:cxn modelId="{910B7941-5D92-46B6-BB46-262017FB60E0}" type="presOf" srcId="{1B8318E1-AEE2-404F-886A-C8A9763C98C1}" destId="{671B9839-C5D2-47CD-A8E1-9FFFD05190FB}" srcOrd="0" destOrd="0" presId="urn:microsoft.com/office/officeart/2005/8/layout/hierarchy3"/>
    <dgm:cxn modelId="{709D0472-D16C-4B42-BCD6-3E074009F445}" type="presOf" srcId="{ABED5314-E0F0-4EEC-A603-256459814AF1}" destId="{9421E303-D6F3-4B8E-B874-66BE9E46B159}" srcOrd="0" destOrd="0" presId="urn:microsoft.com/office/officeart/2005/8/layout/hierarchy3"/>
    <dgm:cxn modelId="{00B38B72-DB39-44AF-B13F-198E7C58B80F}" type="presOf" srcId="{2F41FC7D-3369-4CE7-9C22-22E108D352D3}" destId="{EDA9DEED-8BB6-4639-9AB9-5CCA919B9B31}" srcOrd="0" destOrd="0" presId="urn:microsoft.com/office/officeart/2005/8/layout/hierarchy3"/>
    <dgm:cxn modelId="{AE907055-869C-43CC-B611-B2977ADD1168}" srcId="{A6C3321B-CDCB-4467-8931-EBC85A4A6766}" destId="{995432AA-38D7-43F8-B735-54DB95B03F27}" srcOrd="0" destOrd="0" parTransId="{2C390085-0071-4A4E-8125-B2932FE73B75}" sibTransId="{B74027FE-A63A-4596-9804-C4ED23E62AC9}"/>
    <dgm:cxn modelId="{1EE2D87E-7FCE-4333-9F78-604ADF91FB7A}" type="presOf" srcId="{995432AA-38D7-43F8-B735-54DB95B03F27}" destId="{EF59975D-AB05-42BB-ADFE-08A74DEB907E}" srcOrd="0" destOrd="0" presId="urn:microsoft.com/office/officeart/2005/8/layout/hierarchy3"/>
    <dgm:cxn modelId="{10F9FB95-8B54-4BE4-806F-8A6588CAD197}" srcId="{F27B547F-9376-495A-9422-B7FFEC1E19DC}" destId="{7EAB2F96-E12F-4E74-83EA-4279FF6A8BD1}" srcOrd="1" destOrd="0" parTransId="{46E31A29-AB77-45A8-9E60-F9D4BF7A9AAD}" sibTransId="{F960FBD1-3377-41AF-A9C6-C08249F2143D}"/>
    <dgm:cxn modelId="{5D96C097-CC4C-46BF-B54A-0C063CBD6C7B}" srcId="{F27B547F-9376-495A-9422-B7FFEC1E19DC}" destId="{1B8318E1-AEE2-404F-886A-C8A9763C98C1}" srcOrd="2" destOrd="0" parTransId="{1D4B103A-CCFF-4A01-9499-3FA5563B3AF8}" sibTransId="{9398480E-45ED-44DC-A032-2C017A12EB02}"/>
    <dgm:cxn modelId="{EFC4819A-AB74-454E-99A7-DFCC03EA5ED7}" type="presOf" srcId="{6895022F-354A-45E1-ABE9-C692BAE234DC}" destId="{DAFD551A-5F2B-41F0-B807-920D3B962D9C}" srcOrd="0" destOrd="0" presId="urn:microsoft.com/office/officeart/2005/8/layout/hierarchy3"/>
    <dgm:cxn modelId="{C546A9A2-E0D6-4118-A557-EBB122EB6443}" type="presOf" srcId="{FDD9ACCA-E802-4479-A9A7-24E56CEC26A6}" destId="{B446CA58-FFA2-424E-BFC3-40A1777B842B}" srcOrd="0" destOrd="0" presId="urn:microsoft.com/office/officeart/2005/8/layout/hierarchy3"/>
    <dgm:cxn modelId="{DD2E54BE-BEB8-4EE7-AB48-E39701A0970F}" srcId="{A6C3321B-CDCB-4467-8931-EBC85A4A6766}" destId="{57EECE2D-6572-4BAF-B028-C59B00549A20}" srcOrd="1" destOrd="0" parTransId="{FDD9ACCA-E802-4479-A9A7-24E56CEC26A6}" sibTransId="{53E50320-A8E7-4181-B0F7-5296E11C71AA}"/>
    <dgm:cxn modelId="{6AF0DDBF-E24D-4555-84B8-C3C4CBBD009F}" type="presOf" srcId="{FEBEF95C-F461-4616-9E14-E04260B21C79}" destId="{8FB404BC-88A4-48BD-AA4B-1DA5834EF294}" srcOrd="0" destOrd="0" presId="urn:microsoft.com/office/officeart/2005/8/layout/hierarchy3"/>
    <dgm:cxn modelId="{AF394CC3-C5B1-4758-85E3-76B11ACF4F8E}" type="presOf" srcId="{2A0C21FC-6668-4A4B-8F9A-D7ADD95D0BE4}" destId="{B0999FA5-3A19-4C82-B914-0D0E5DF17306}" srcOrd="0" destOrd="0" presId="urn:microsoft.com/office/officeart/2005/8/layout/hierarchy3"/>
    <dgm:cxn modelId="{AB352DC6-7BB7-4F29-A23A-50F10718DBF4}" type="presOf" srcId="{57EECE2D-6572-4BAF-B028-C59B00549A20}" destId="{980CF278-7827-4A12-860B-DC83F454DBDD}" srcOrd="0" destOrd="0" presId="urn:microsoft.com/office/officeart/2005/8/layout/hierarchy3"/>
    <dgm:cxn modelId="{2A1130CE-CD20-4AB9-94CD-5CA4F51145D5}" type="presOf" srcId="{BCEF152C-28B3-4CCA-A5BF-31B2CFE44E78}" destId="{D9F51E35-ADFF-4835-B510-BDC1B9F2E622}" srcOrd="0" destOrd="0" presId="urn:microsoft.com/office/officeart/2005/8/layout/hierarchy3"/>
    <dgm:cxn modelId="{0777BBCF-51F6-4F4E-BE99-A61FA9CA10EC}" type="presOf" srcId="{F27B547F-9376-495A-9422-B7FFEC1E19DC}" destId="{A8661726-7073-4D8A-A38F-59B63E1CD8FD}" srcOrd="1" destOrd="0" presId="urn:microsoft.com/office/officeart/2005/8/layout/hierarchy3"/>
    <dgm:cxn modelId="{784339D7-F1CE-4F8B-B591-1FF9AD88FC0B}" type="presOf" srcId="{46E31A29-AB77-45A8-9E60-F9D4BF7A9AAD}" destId="{6E237BEC-A747-4413-842A-D0BECD2A0C4A}" srcOrd="0" destOrd="0" presId="urn:microsoft.com/office/officeart/2005/8/layout/hierarchy3"/>
    <dgm:cxn modelId="{2E614DE4-0DAB-458F-9CC3-ABD21A7CA4FE}" type="presOf" srcId="{A45D4E03-698D-4F95-8F8E-800FE67AAC42}" destId="{F98BE957-F9A7-4C6C-A35A-234220BC49A1}" srcOrd="0" destOrd="0" presId="urn:microsoft.com/office/officeart/2005/8/layout/hierarchy3"/>
    <dgm:cxn modelId="{4DF45CEA-16E4-45B1-A5A2-F4E87BF8378D}" type="presOf" srcId="{F27B547F-9376-495A-9422-B7FFEC1E19DC}" destId="{2873D4B3-EF24-4C91-B715-0BD1979837E3}" srcOrd="0" destOrd="0" presId="urn:microsoft.com/office/officeart/2005/8/layout/hierarchy3"/>
    <dgm:cxn modelId="{084463F1-60C7-4D1F-AA21-F6A95B52D0EE}" srcId="{F27B547F-9376-495A-9422-B7FFEC1E19DC}" destId="{B5FD2FC4-41CD-400F-ADAF-2608FDBA2D25}" srcOrd="0" destOrd="0" parTransId="{ABED5314-E0F0-4EEC-A603-256459814AF1}" sibTransId="{58CA7C2B-7887-4341-89AC-FDF16FCF5F0F}"/>
    <dgm:cxn modelId="{DEC9C4F2-F433-4752-89A9-DD9A56B673AC}" srcId="{2A0C21FC-6668-4A4B-8F9A-D7ADD95D0BE4}" destId="{F27B547F-9376-495A-9422-B7FFEC1E19DC}" srcOrd="0" destOrd="0" parTransId="{0FBD6AA0-4AA9-46CD-8489-D3FE6CB5E983}" sibTransId="{DDD1D3D4-FEFC-42F8-8174-A316471593ED}"/>
    <dgm:cxn modelId="{ED2CCAF3-B99B-464A-8A9D-67CD68F2EE39}" srcId="{2A0C21FC-6668-4A4B-8F9A-D7ADD95D0BE4}" destId="{A6C3321B-CDCB-4467-8931-EBC85A4A6766}" srcOrd="1" destOrd="0" parTransId="{CD574EDF-B33A-4B2E-8798-4963BF2BBB8F}" sibTransId="{19126380-CF0C-441C-A2B8-2C3858BA59BA}"/>
    <dgm:cxn modelId="{8AE265F4-B644-4B25-8100-D7AC45D60F83}" type="presOf" srcId="{B5FD2FC4-41CD-400F-ADAF-2608FDBA2D25}" destId="{17D4AA84-DC2D-4877-8DC5-AB259FC61408}" srcOrd="0" destOrd="0" presId="urn:microsoft.com/office/officeart/2005/8/layout/hierarchy3"/>
    <dgm:cxn modelId="{805F2CF8-92C0-464E-99D2-CCAFFADF21D7}" type="presOf" srcId="{1D4B103A-CCFF-4A01-9499-3FA5563B3AF8}" destId="{FB5CE4ED-7D6E-4764-B19A-7E851A6BC339}" srcOrd="0" destOrd="0" presId="urn:microsoft.com/office/officeart/2005/8/layout/hierarchy3"/>
    <dgm:cxn modelId="{0BD64AFC-C9F8-4FB1-BD78-011467DF762B}" type="presOf" srcId="{A6C3321B-CDCB-4467-8931-EBC85A4A6766}" destId="{4C50F121-703B-4DA0-BC55-BB2AC59F65D5}" srcOrd="0" destOrd="0" presId="urn:microsoft.com/office/officeart/2005/8/layout/hierarchy3"/>
    <dgm:cxn modelId="{714DF1FC-6C14-4785-BB3E-56665D93E13B}" srcId="{A6C3321B-CDCB-4467-8931-EBC85A4A6766}" destId="{C361DF61-E2B0-4AF4-AC8B-77412322B449}" srcOrd="2" destOrd="0" parTransId="{BCEF152C-28B3-4CCA-A5BF-31B2CFE44E78}" sibTransId="{265EF858-B3C8-4407-8A8F-4BF0CA0E2D71}"/>
    <dgm:cxn modelId="{3DAF234A-7078-43D4-93A7-957677D08F43}" type="presParOf" srcId="{B0999FA5-3A19-4C82-B914-0D0E5DF17306}" destId="{516E62EA-6977-43C3-90D6-F0F5EF328FD3}" srcOrd="0" destOrd="0" presId="urn:microsoft.com/office/officeart/2005/8/layout/hierarchy3"/>
    <dgm:cxn modelId="{EF89650F-AC3D-49F1-8B8E-80235B6BEB40}" type="presParOf" srcId="{516E62EA-6977-43C3-90D6-F0F5EF328FD3}" destId="{35B34F1C-3FD8-48B1-9090-18FA300B18B2}" srcOrd="0" destOrd="0" presId="urn:microsoft.com/office/officeart/2005/8/layout/hierarchy3"/>
    <dgm:cxn modelId="{D52DD048-2AE8-4472-94A0-2321496990D7}" type="presParOf" srcId="{35B34F1C-3FD8-48B1-9090-18FA300B18B2}" destId="{2873D4B3-EF24-4C91-B715-0BD1979837E3}" srcOrd="0" destOrd="0" presId="urn:microsoft.com/office/officeart/2005/8/layout/hierarchy3"/>
    <dgm:cxn modelId="{AAA7C742-DC0D-4AAC-B560-67897452AC87}" type="presParOf" srcId="{35B34F1C-3FD8-48B1-9090-18FA300B18B2}" destId="{A8661726-7073-4D8A-A38F-59B63E1CD8FD}" srcOrd="1" destOrd="0" presId="urn:microsoft.com/office/officeart/2005/8/layout/hierarchy3"/>
    <dgm:cxn modelId="{5DFF2700-C4F0-42C3-8F97-907EF7D3D53B}" type="presParOf" srcId="{516E62EA-6977-43C3-90D6-F0F5EF328FD3}" destId="{FDF04E04-B23B-40A1-A004-6A755232B0BB}" srcOrd="1" destOrd="0" presId="urn:microsoft.com/office/officeart/2005/8/layout/hierarchy3"/>
    <dgm:cxn modelId="{7E45BE0F-FA9B-41D2-A911-4715DB4AA5C4}" type="presParOf" srcId="{FDF04E04-B23B-40A1-A004-6A755232B0BB}" destId="{9421E303-D6F3-4B8E-B874-66BE9E46B159}" srcOrd="0" destOrd="0" presId="urn:microsoft.com/office/officeart/2005/8/layout/hierarchy3"/>
    <dgm:cxn modelId="{896E741A-AAAF-49B4-A57E-F9312524DB46}" type="presParOf" srcId="{FDF04E04-B23B-40A1-A004-6A755232B0BB}" destId="{17D4AA84-DC2D-4877-8DC5-AB259FC61408}" srcOrd="1" destOrd="0" presId="urn:microsoft.com/office/officeart/2005/8/layout/hierarchy3"/>
    <dgm:cxn modelId="{1B0651CC-5002-4C10-9AB5-CC303638F845}" type="presParOf" srcId="{FDF04E04-B23B-40A1-A004-6A755232B0BB}" destId="{6E237BEC-A747-4413-842A-D0BECD2A0C4A}" srcOrd="2" destOrd="0" presId="urn:microsoft.com/office/officeart/2005/8/layout/hierarchy3"/>
    <dgm:cxn modelId="{BADCB72E-DC56-42D3-A9D0-D91A75801D40}" type="presParOf" srcId="{FDF04E04-B23B-40A1-A004-6A755232B0BB}" destId="{147E5873-4733-4968-9906-92F6658688A6}" srcOrd="3" destOrd="0" presId="urn:microsoft.com/office/officeart/2005/8/layout/hierarchy3"/>
    <dgm:cxn modelId="{5C996A13-B059-409C-B15A-3B27CA0CB653}" type="presParOf" srcId="{FDF04E04-B23B-40A1-A004-6A755232B0BB}" destId="{FB5CE4ED-7D6E-4764-B19A-7E851A6BC339}" srcOrd="4" destOrd="0" presId="urn:microsoft.com/office/officeart/2005/8/layout/hierarchy3"/>
    <dgm:cxn modelId="{B020D308-C411-4235-BB36-D97C09A4AF46}" type="presParOf" srcId="{FDF04E04-B23B-40A1-A004-6A755232B0BB}" destId="{671B9839-C5D2-47CD-A8E1-9FFFD05190FB}" srcOrd="5" destOrd="0" presId="urn:microsoft.com/office/officeart/2005/8/layout/hierarchy3"/>
    <dgm:cxn modelId="{AC7B8E0F-A8B0-4754-B2C3-FA6AA7BC31BD}" type="presParOf" srcId="{FDF04E04-B23B-40A1-A004-6A755232B0BB}" destId="{DAFD551A-5F2B-41F0-B807-920D3B962D9C}" srcOrd="6" destOrd="0" presId="urn:microsoft.com/office/officeart/2005/8/layout/hierarchy3"/>
    <dgm:cxn modelId="{D8E552A7-8C50-4BB4-9EF6-C296992E7AF2}" type="presParOf" srcId="{FDF04E04-B23B-40A1-A004-6A755232B0BB}" destId="{EDA9DEED-8BB6-4639-9AB9-5CCA919B9B31}" srcOrd="7" destOrd="0" presId="urn:microsoft.com/office/officeart/2005/8/layout/hierarchy3"/>
    <dgm:cxn modelId="{CF245888-7D17-4446-8CA4-87BF72EC5B6A}" type="presParOf" srcId="{B0999FA5-3A19-4C82-B914-0D0E5DF17306}" destId="{AC45637C-64C6-4998-A7FA-DD75BD419A0F}" srcOrd="1" destOrd="0" presId="urn:microsoft.com/office/officeart/2005/8/layout/hierarchy3"/>
    <dgm:cxn modelId="{47A07250-6BDF-4E27-8108-C4DBF3552AEE}" type="presParOf" srcId="{AC45637C-64C6-4998-A7FA-DD75BD419A0F}" destId="{2309FBAF-4E00-4239-8167-DED330C587CE}" srcOrd="0" destOrd="0" presId="urn:microsoft.com/office/officeart/2005/8/layout/hierarchy3"/>
    <dgm:cxn modelId="{94F8670F-98E7-42E8-9BB4-F1F3C08E4BC9}" type="presParOf" srcId="{2309FBAF-4E00-4239-8167-DED330C587CE}" destId="{4C50F121-703B-4DA0-BC55-BB2AC59F65D5}" srcOrd="0" destOrd="0" presId="urn:microsoft.com/office/officeart/2005/8/layout/hierarchy3"/>
    <dgm:cxn modelId="{5F55BB86-F62C-4B49-92D0-F1D6B3A75319}" type="presParOf" srcId="{2309FBAF-4E00-4239-8167-DED330C587CE}" destId="{8C9E87E6-719C-46C9-89AE-42925233077D}" srcOrd="1" destOrd="0" presId="urn:microsoft.com/office/officeart/2005/8/layout/hierarchy3"/>
    <dgm:cxn modelId="{2B51D501-D245-4845-8CA6-DBD8AA3BE51A}" type="presParOf" srcId="{AC45637C-64C6-4998-A7FA-DD75BD419A0F}" destId="{31B1B314-E74C-4AF6-B3D8-807CE8F4C952}" srcOrd="1" destOrd="0" presId="urn:microsoft.com/office/officeart/2005/8/layout/hierarchy3"/>
    <dgm:cxn modelId="{A49DD123-8646-4BB7-90EB-DAD4DED6E66B}" type="presParOf" srcId="{31B1B314-E74C-4AF6-B3D8-807CE8F4C952}" destId="{F5C38B01-D840-4AC6-B35B-E9AB26BB6A78}" srcOrd="0" destOrd="0" presId="urn:microsoft.com/office/officeart/2005/8/layout/hierarchy3"/>
    <dgm:cxn modelId="{90809CDE-2A21-478C-A4D5-BBA68892A880}" type="presParOf" srcId="{31B1B314-E74C-4AF6-B3D8-807CE8F4C952}" destId="{EF59975D-AB05-42BB-ADFE-08A74DEB907E}" srcOrd="1" destOrd="0" presId="urn:microsoft.com/office/officeart/2005/8/layout/hierarchy3"/>
    <dgm:cxn modelId="{93032EE3-4090-4F94-AAE6-69A06833AD8F}" type="presParOf" srcId="{31B1B314-E74C-4AF6-B3D8-807CE8F4C952}" destId="{B446CA58-FFA2-424E-BFC3-40A1777B842B}" srcOrd="2" destOrd="0" presId="urn:microsoft.com/office/officeart/2005/8/layout/hierarchy3"/>
    <dgm:cxn modelId="{902AE7CC-0D34-4805-98E4-90174905CE11}" type="presParOf" srcId="{31B1B314-E74C-4AF6-B3D8-807CE8F4C952}" destId="{980CF278-7827-4A12-860B-DC83F454DBDD}" srcOrd="3" destOrd="0" presId="urn:microsoft.com/office/officeart/2005/8/layout/hierarchy3"/>
    <dgm:cxn modelId="{A335C1D7-4955-4F13-A651-5CF8F52A11C4}" type="presParOf" srcId="{31B1B314-E74C-4AF6-B3D8-807CE8F4C952}" destId="{D9F51E35-ADFF-4835-B510-BDC1B9F2E622}" srcOrd="4" destOrd="0" presId="urn:microsoft.com/office/officeart/2005/8/layout/hierarchy3"/>
    <dgm:cxn modelId="{3AB1F131-B19E-4EFA-AEFB-736BA1759F3C}" type="presParOf" srcId="{31B1B314-E74C-4AF6-B3D8-807CE8F4C952}" destId="{62555157-4A61-4C5B-BC45-C1CE1A53FAE0}" srcOrd="5" destOrd="0" presId="urn:microsoft.com/office/officeart/2005/8/layout/hierarchy3"/>
    <dgm:cxn modelId="{57EB341F-F9C4-440B-B361-4A9C16687B6D}" type="presParOf" srcId="{31B1B314-E74C-4AF6-B3D8-807CE8F4C952}" destId="{8FB404BC-88A4-48BD-AA4B-1DA5834EF294}" srcOrd="6" destOrd="0" presId="urn:microsoft.com/office/officeart/2005/8/layout/hierarchy3"/>
    <dgm:cxn modelId="{EB7488CA-20D0-454D-A860-9D838C9EEED7}" type="presParOf" srcId="{31B1B314-E74C-4AF6-B3D8-807CE8F4C952}" destId="{F98BE957-F9A7-4C6C-A35A-234220BC49A1}" srcOrd="7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3E78A2B-7EF6-4F46-98CB-4EC45098E6E0}" type="doc">
      <dgm:prSet loTypeId="urn:microsoft.com/office/officeart/2005/8/layout/cycle4" loCatId="cycle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76827C60-2422-43F5-8BDC-9A669077683D}">
      <dgm:prSet phldrT="[Texte]"/>
      <dgm:spPr/>
      <dgm:t>
        <a:bodyPr/>
        <a:lstStyle/>
        <a:p>
          <a:r>
            <a:rPr lang="fr-FR" dirty="0"/>
            <a:t>Choix de la méthodologie</a:t>
          </a:r>
        </a:p>
      </dgm:t>
    </dgm:pt>
    <dgm:pt modelId="{86D62641-2399-4076-872A-F10266A0E77C}" type="parTrans" cxnId="{96601A20-0923-431B-9866-50B171054CC9}">
      <dgm:prSet/>
      <dgm:spPr/>
      <dgm:t>
        <a:bodyPr/>
        <a:lstStyle/>
        <a:p>
          <a:endParaRPr lang="fr-FR"/>
        </a:p>
      </dgm:t>
    </dgm:pt>
    <dgm:pt modelId="{2D9511F5-A212-4D67-89B5-37C86A6CCA92}" type="sibTrans" cxnId="{96601A20-0923-431B-9866-50B171054CC9}">
      <dgm:prSet/>
      <dgm:spPr/>
      <dgm:t>
        <a:bodyPr/>
        <a:lstStyle/>
        <a:p>
          <a:endParaRPr lang="fr-FR"/>
        </a:p>
      </dgm:t>
    </dgm:pt>
    <dgm:pt modelId="{627ED4E2-DB83-490D-9FAE-95EDB5B88346}">
      <dgm:prSet phldrT="[Texte]"/>
      <dgm:spPr/>
      <dgm:t>
        <a:bodyPr/>
        <a:lstStyle/>
        <a:p>
          <a:r>
            <a:rPr lang="fr-FR" dirty="0"/>
            <a:t>Plan</a:t>
          </a:r>
        </a:p>
      </dgm:t>
    </dgm:pt>
    <dgm:pt modelId="{1C775483-938A-47F7-8C16-02A34A047C0F}" type="parTrans" cxnId="{FC61E08C-4554-4C34-A138-D54AE8FA0A81}">
      <dgm:prSet/>
      <dgm:spPr/>
      <dgm:t>
        <a:bodyPr/>
        <a:lstStyle/>
        <a:p>
          <a:endParaRPr lang="fr-FR"/>
        </a:p>
      </dgm:t>
    </dgm:pt>
    <dgm:pt modelId="{D0DC83D6-AB0D-4AB5-B21D-874AE8F17CA5}" type="sibTrans" cxnId="{FC61E08C-4554-4C34-A138-D54AE8FA0A81}">
      <dgm:prSet/>
      <dgm:spPr/>
      <dgm:t>
        <a:bodyPr/>
        <a:lstStyle/>
        <a:p>
          <a:endParaRPr lang="fr-FR"/>
        </a:p>
      </dgm:t>
    </dgm:pt>
    <dgm:pt modelId="{A558C65D-D3B2-4EE8-AC0C-3D5A00846AD1}">
      <dgm:prSet phldrT="[Texte]"/>
      <dgm:spPr/>
      <dgm:t>
        <a:bodyPr/>
        <a:lstStyle/>
        <a:p>
          <a:r>
            <a:rPr lang="fr-FR" dirty="0"/>
            <a:t>Refonte de l’application</a:t>
          </a:r>
        </a:p>
      </dgm:t>
    </dgm:pt>
    <dgm:pt modelId="{A0AAFF35-0587-49AD-BFBE-99F2C5CC456E}" type="parTrans" cxnId="{AA358E22-5187-4E64-A042-B178752F9FE5}">
      <dgm:prSet/>
      <dgm:spPr/>
      <dgm:t>
        <a:bodyPr/>
        <a:lstStyle/>
        <a:p>
          <a:endParaRPr lang="fr-FR"/>
        </a:p>
      </dgm:t>
    </dgm:pt>
    <dgm:pt modelId="{D96FBEB1-49E0-4001-8BD4-0715C82A848F}" type="sibTrans" cxnId="{AA358E22-5187-4E64-A042-B178752F9FE5}">
      <dgm:prSet/>
      <dgm:spPr/>
      <dgm:t>
        <a:bodyPr/>
        <a:lstStyle/>
        <a:p>
          <a:endParaRPr lang="fr-FR"/>
        </a:p>
      </dgm:t>
    </dgm:pt>
    <dgm:pt modelId="{7F6ED53C-9C5E-43B9-9E04-E5EFFCC88232}">
      <dgm:prSet phldrT="[Texte]"/>
      <dgm:spPr/>
      <dgm:t>
        <a:bodyPr/>
        <a:lstStyle/>
        <a:p>
          <a:r>
            <a:rPr lang="fr-FR" dirty="0"/>
            <a:t>Do</a:t>
          </a:r>
        </a:p>
      </dgm:t>
    </dgm:pt>
    <dgm:pt modelId="{EE502511-AB0C-46DD-BED3-08AEBEE3EF43}" type="parTrans" cxnId="{3729D38A-799E-4171-8885-BC8A58B6640A}">
      <dgm:prSet/>
      <dgm:spPr/>
      <dgm:t>
        <a:bodyPr/>
        <a:lstStyle/>
        <a:p>
          <a:endParaRPr lang="fr-FR"/>
        </a:p>
      </dgm:t>
    </dgm:pt>
    <dgm:pt modelId="{6E3CD946-865C-49DE-BF67-2623D37E8080}" type="sibTrans" cxnId="{3729D38A-799E-4171-8885-BC8A58B6640A}">
      <dgm:prSet/>
      <dgm:spPr/>
      <dgm:t>
        <a:bodyPr/>
        <a:lstStyle/>
        <a:p>
          <a:endParaRPr lang="fr-FR"/>
        </a:p>
      </dgm:t>
    </dgm:pt>
    <dgm:pt modelId="{1A6F4BE0-E24B-4425-8768-8446F279BCE4}">
      <dgm:prSet phldrT="[Texte]"/>
      <dgm:spPr/>
      <dgm:t>
        <a:bodyPr/>
        <a:lstStyle/>
        <a:p>
          <a:r>
            <a:rPr lang="fr-FR" dirty="0"/>
            <a:t>Test et analyse des performances</a:t>
          </a:r>
        </a:p>
      </dgm:t>
    </dgm:pt>
    <dgm:pt modelId="{90E2CC3C-37DD-4045-9437-B15E86C1E713}" type="parTrans" cxnId="{054B88E4-BB1E-4CB3-84CA-7175EB278E46}">
      <dgm:prSet/>
      <dgm:spPr/>
      <dgm:t>
        <a:bodyPr/>
        <a:lstStyle/>
        <a:p>
          <a:endParaRPr lang="fr-FR"/>
        </a:p>
      </dgm:t>
    </dgm:pt>
    <dgm:pt modelId="{B6194DA2-3B6F-4F57-A436-DC5B8075BDB2}" type="sibTrans" cxnId="{054B88E4-BB1E-4CB3-84CA-7175EB278E46}">
      <dgm:prSet/>
      <dgm:spPr/>
      <dgm:t>
        <a:bodyPr/>
        <a:lstStyle/>
        <a:p>
          <a:endParaRPr lang="fr-FR"/>
        </a:p>
      </dgm:t>
    </dgm:pt>
    <dgm:pt modelId="{1C75A418-7A82-4679-B098-3B7F43CA6D80}">
      <dgm:prSet phldrT="[Texte]"/>
      <dgm:spPr/>
      <dgm:t>
        <a:bodyPr/>
        <a:lstStyle/>
        <a:p>
          <a:r>
            <a:rPr lang="fr-FR" dirty="0"/>
            <a:t>Check</a:t>
          </a:r>
        </a:p>
      </dgm:t>
    </dgm:pt>
    <dgm:pt modelId="{4B16CC00-328A-4A9A-9B54-8A4EC053BBA2}" type="parTrans" cxnId="{1E7E5B92-751E-41E0-86DD-17CF10F78C9C}">
      <dgm:prSet/>
      <dgm:spPr/>
      <dgm:t>
        <a:bodyPr/>
        <a:lstStyle/>
        <a:p>
          <a:endParaRPr lang="fr-FR"/>
        </a:p>
      </dgm:t>
    </dgm:pt>
    <dgm:pt modelId="{4A6116E0-41B9-4D44-BC2B-CFEE51C04B1A}" type="sibTrans" cxnId="{1E7E5B92-751E-41E0-86DD-17CF10F78C9C}">
      <dgm:prSet/>
      <dgm:spPr/>
      <dgm:t>
        <a:bodyPr/>
        <a:lstStyle/>
        <a:p>
          <a:endParaRPr lang="fr-FR"/>
        </a:p>
      </dgm:t>
    </dgm:pt>
    <dgm:pt modelId="{57C32E25-C9A0-45F1-AA3F-A942537508DF}">
      <dgm:prSet phldrT="[Texte]" custT="1"/>
      <dgm:spPr/>
      <dgm:t>
        <a:bodyPr/>
        <a:lstStyle/>
        <a:p>
          <a:r>
            <a:rPr lang="fr-FR" sz="1600" dirty="0"/>
            <a:t>Création de référentiel, standardisation</a:t>
          </a:r>
        </a:p>
      </dgm:t>
    </dgm:pt>
    <dgm:pt modelId="{524AEB07-73C3-4C63-ADA1-243B945C6073}" type="parTrans" cxnId="{7BFE6CE8-C4FA-443F-AF2C-A129B157B566}">
      <dgm:prSet/>
      <dgm:spPr/>
      <dgm:t>
        <a:bodyPr/>
        <a:lstStyle/>
        <a:p>
          <a:endParaRPr lang="fr-FR"/>
        </a:p>
      </dgm:t>
    </dgm:pt>
    <dgm:pt modelId="{DA337ADD-A610-45CA-9889-866C538D1202}" type="sibTrans" cxnId="{7BFE6CE8-C4FA-443F-AF2C-A129B157B566}">
      <dgm:prSet/>
      <dgm:spPr/>
      <dgm:t>
        <a:bodyPr/>
        <a:lstStyle/>
        <a:p>
          <a:endParaRPr lang="fr-FR"/>
        </a:p>
      </dgm:t>
    </dgm:pt>
    <dgm:pt modelId="{F6075270-190D-4A3D-A8A0-FBCB092C2F68}">
      <dgm:prSet phldrT="[Texte]"/>
      <dgm:spPr/>
      <dgm:t>
        <a:bodyPr/>
        <a:lstStyle/>
        <a:p>
          <a:r>
            <a:rPr lang="fr-FR" dirty="0"/>
            <a:t>Acte</a:t>
          </a:r>
        </a:p>
      </dgm:t>
    </dgm:pt>
    <dgm:pt modelId="{A994BFA1-054A-45AB-9328-564440D31C96}" type="parTrans" cxnId="{404F0880-F938-4B43-8D69-98FD4678E496}">
      <dgm:prSet/>
      <dgm:spPr/>
      <dgm:t>
        <a:bodyPr/>
        <a:lstStyle/>
        <a:p>
          <a:endParaRPr lang="fr-FR"/>
        </a:p>
      </dgm:t>
    </dgm:pt>
    <dgm:pt modelId="{A76DA76E-CE0A-4471-86BB-6A4C6F3ABBB9}" type="sibTrans" cxnId="{404F0880-F938-4B43-8D69-98FD4678E496}">
      <dgm:prSet/>
      <dgm:spPr/>
      <dgm:t>
        <a:bodyPr/>
        <a:lstStyle/>
        <a:p>
          <a:endParaRPr lang="fr-FR"/>
        </a:p>
      </dgm:t>
    </dgm:pt>
    <dgm:pt modelId="{2D3105BA-6016-4E98-8865-0D19F7C186D5}" type="pres">
      <dgm:prSet presAssocID="{83E78A2B-7EF6-4F46-98CB-4EC45098E6E0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C0FBA4DE-CEE5-4935-9A96-9257056F3B85}" type="pres">
      <dgm:prSet presAssocID="{83E78A2B-7EF6-4F46-98CB-4EC45098E6E0}" presName="children" presStyleCnt="0"/>
      <dgm:spPr/>
    </dgm:pt>
    <dgm:pt modelId="{E5F937C1-E9DF-4252-9437-61ADD056E10E}" type="pres">
      <dgm:prSet presAssocID="{83E78A2B-7EF6-4F46-98CB-4EC45098E6E0}" presName="child1group" presStyleCnt="0"/>
      <dgm:spPr/>
    </dgm:pt>
    <dgm:pt modelId="{042B1C6B-1C49-46DD-9236-2F063D90B57E}" type="pres">
      <dgm:prSet presAssocID="{83E78A2B-7EF6-4F46-98CB-4EC45098E6E0}" presName="child1" presStyleLbl="bgAcc1" presStyleIdx="0" presStyleCnt="4"/>
      <dgm:spPr/>
    </dgm:pt>
    <dgm:pt modelId="{B286B3CC-16A0-437D-B7D7-5482B6F249E5}" type="pres">
      <dgm:prSet presAssocID="{83E78A2B-7EF6-4F46-98CB-4EC45098E6E0}" presName="child1Text" presStyleLbl="bgAcc1" presStyleIdx="0" presStyleCnt="4">
        <dgm:presLayoutVars>
          <dgm:bulletEnabled val="1"/>
        </dgm:presLayoutVars>
      </dgm:prSet>
      <dgm:spPr/>
    </dgm:pt>
    <dgm:pt modelId="{85C67765-C75B-4FC5-9FE7-8400A3BC0630}" type="pres">
      <dgm:prSet presAssocID="{83E78A2B-7EF6-4F46-98CB-4EC45098E6E0}" presName="child2group" presStyleCnt="0"/>
      <dgm:spPr/>
    </dgm:pt>
    <dgm:pt modelId="{86A086C3-1AE8-4C0A-9F18-3F39706B0BD0}" type="pres">
      <dgm:prSet presAssocID="{83E78A2B-7EF6-4F46-98CB-4EC45098E6E0}" presName="child2" presStyleLbl="bgAcc1" presStyleIdx="1" presStyleCnt="4"/>
      <dgm:spPr/>
    </dgm:pt>
    <dgm:pt modelId="{A76D75C0-E876-4233-83B6-95C0BA7F6701}" type="pres">
      <dgm:prSet presAssocID="{83E78A2B-7EF6-4F46-98CB-4EC45098E6E0}" presName="child2Text" presStyleLbl="bgAcc1" presStyleIdx="1" presStyleCnt="4">
        <dgm:presLayoutVars>
          <dgm:bulletEnabled val="1"/>
        </dgm:presLayoutVars>
      </dgm:prSet>
      <dgm:spPr/>
    </dgm:pt>
    <dgm:pt modelId="{38EB7140-62FE-4613-86A5-A5B89D55DDC5}" type="pres">
      <dgm:prSet presAssocID="{83E78A2B-7EF6-4F46-98CB-4EC45098E6E0}" presName="child3group" presStyleCnt="0"/>
      <dgm:spPr/>
    </dgm:pt>
    <dgm:pt modelId="{0053C12F-0A50-491A-9BC0-A15071608CC1}" type="pres">
      <dgm:prSet presAssocID="{83E78A2B-7EF6-4F46-98CB-4EC45098E6E0}" presName="child3" presStyleLbl="bgAcc1" presStyleIdx="2" presStyleCnt="4"/>
      <dgm:spPr/>
    </dgm:pt>
    <dgm:pt modelId="{EE990503-B909-4D98-A355-698EC3E4ACD7}" type="pres">
      <dgm:prSet presAssocID="{83E78A2B-7EF6-4F46-98CB-4EC45098E6E0}" presName="child3Text" presStyleLbl="bgAcc1" presStyleIdx="2" presStyleCnt="4">
        <dgm:presLayoutVars>
          <dgm:bulletEnabled val="1"/>
        </dgm:presLayoutVars>
      </dgm:prSet>
      <dgm:spPr/>
    </dgm:pt>
    <dgm:pt modelId="{1AFAEC12-D70E-4B97-8780-6DEB8BDC8BF3}" type="pres">
      <dgm:prSet presAssocID="{83E78A2B-7EF6-4F46-98CB-4EC45098E6E0}" presName="child4group" presStyleCnt="0"/>
      <dgm:spPr/>
    </dgm:pt>
    <dgm:pt modelId="{B2692069-E84B-44EC-A818-7E903C45A7ED}" type="pres">
      <dgm:prSet presAssocID="{83E78A2B-7EF6-4F46-98CB-4EC45098E6E0}" presName="child4" presStyleLbl="bgAcc1" presStyleIdx="3" presStyleCnt="4"/>
      <dgm:spPr/>
    </dgm:pt>
    <dgm:pt modelId="{A578B0EB-171C-409E-8411-AA15665A11BE}" type="pres">
      <dgm:prSet presAssocID="{83E78A2B-7EF6-4F46-98CB-4EC45098E6E0}" presName="child4Text" presStyleLbl="bgAcc1" presStyleIdx="3" presStyleCnt="4">
        <dgm:presLayoutVars>
          <dgm:bulletEnabled val="1"/>
        </dgm:presLayoutVars>
      </dgm:prSet>
      <dgm:spPr/>
    </dgm:pt>
    <dgm:pt modelId="{7016E9CC-DAA1-4C70-B06C-3A4D3B768484}" type="pres">
      <dgm:prSet presAssocID="{83E78A2B-7EF6-4F46-98CB-4EC45098E6E0}" presName="childPlaceholder" presStyleCnt="0"/>
      <dgm:spPr/>
    </dgm:pt>
    <dgm:pt modelId="{541006BC-846C-4D63-B887-18BE53B0DB89}" type="pres">
      <dgm:prSet presAssocID="{83E78A2B-7EF6-4F46-98CB-4EC45098E6E0}" presName="circle" presStyleCnt="0"/>
      <dgm:spPr/>
    </dgm:pt>
    <dgm:pt modelId="{290C85F6-A83F-4BB3-909C-2E23AD70E81F}" type="pres">
      <dgm:prSet presAssocID="{83E78A2B-7EF6-4F46-98CB-4EC45098E6E0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555D53E5-9A26-4D21-82D8-7177E46CE2B7}" type="pres">
      <dgm:prSet presAssocID="{83E78A2B-7EF6-4F46-98CB-4EC45098E6E0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BF3DEF21-C6E6-4BDB-90CC-DCF6F13F55BA}" type="pres">
      <dgm:prSet presAssocID="{83E78A2B-7EF6-4F46-98CB-4EC45098E6E0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5B899850-5E49-4E93-9783-245189B40D0A}" type="pres">
      <dgm:prSet presAssocID="{83E78A2B-7EF6-4F46-98CB-4EC45098E6E0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73FE5F51-AE78-4718-8EE2-9FD678EDFF36}" type="pres">
      <dgm:prSet presAssocID="{83E78A2B-7EF6-4F46-98CB-4EC45098E6E0}" presName="quadrantPlaceholder" presStyleCnt="0"/>
      <dgm:spPr/>
    </dgm:pt>
    <dgm:pt modelId="{B8A63E7C-4ECD-4136-9143-0B001077DD81}" type="pres">
      <dgm:prSet presAssocID="{83E78A2B-7EF6-4F46-98CB-4EC45098E6E0}" presName="center1" presStyleLbl="fgShp" presStyleIdx="0" presStyleCnt="2"/>
      <dgm:spPr/>
    </dgm:pt>
    <dgm:pt modelId="{7E1A005B-4175-4F36-BF03-3F7C3439A16B}" type="pres">
      <dgm:prSet presAssocID="{83E78A2B-7EF6-4F46-98CB-4EC45098E6E0}" presName="center2" presStyleLbl="fgShp" presStyleIdx="1" presStyleCnt="2"/>
      <dgm:spPr/>
    </dgm:pt>
  </dgm:ptLst>
  <dgm:cxnLst>
    <dgm:cxn modelId="{6AC08807-3C48-482F-9925-D16791307350}" type="presOf" srcId="{83E78A2B-7EF6-4F46-98CB-4EC45098E6E0}" destId="{2D3105BA-6016-4E98-8865-0D19F7C186D5}" srcOrd="0" destOrd="0" presId="urn:microsoft.com/office/officeart/2005/8/layout/cycle4"/>
    <dgm:cxn modelId="{E432ED07-89A9-4EE7-BDED-3D70B3472EF6}" type="presOf" srcId="{1C75A418-7A82-4679-B098-3B7F43CA6D80}" destId="{0053C12F-0A50-491A-9BC0-A15071608CC1}" srcOrd="0" destOrd="0" presId="urn:microsoft.com/office/officeart/2005/8/layout/cycle4"/>
    <dgm:cxn modelId="{96601A20-0923-431B-9866-50B171054CC9}" srcId="{83E78A2B-7EF6-4F46-98CB-4EC45098E6E0}" destId="{76827C60-2422-43F5-8BDC-9A669077683D}" srcOrd="0" destOrd="0" parTransId="{86D62641-2399-4076-872A-F10266A0E77C}" sibTransId="{2D9511F5-A212-4D67-89B5-37C86A6CCA92}"/>
    <dgm:cxn modelId="{AA358E22-5187-4E64-A042-B178752F9FE5}" srcId="{83E78A2B-7EF6-4F46-98CB-4EC45098E6E0}" destId="{A558C65D-D3B2-4EE8-AC0C-3D5A00846AD1}" srcOrd="1" destOrd="0" parTransId="{A0AAFF35-0587-49AD-BFBE-99F2C5CC456E}" sibTransId="{D96FBEB1-49E0-4001-8BD4-0715C82A848F}"/>
    <dgm:cxn modelId="{3A082D31-1C35-4B39-8BA0-1F7C614393D4}" type="presOf" srcId="{76827C60-2422-43F5-8BDC-9A669077683D}" destId="{290C85F6-A83F-4BB3-909C-2E23AD70E81F}" srcOrd="0" destOrd="0" presId="urn:microsoft.com/office/officeart/2005/8/layout/cycle4"/>
    <dgm:cxn modelId="{D588C639-38E9-43B7-87BC-EAA0E822155F}" type="presOf" srcId="{F6075270-190D-4A3D-A8A0-FBCB092C2F68}" destId="{A578B0EB-171C-409E-8411-AA15665A11BE}" srcOrd="1" destOrd="0" presId="urn:microsoft.com/office/officeart/2005/8/layout/cycle4"/>
    <dgm:cxn modelId="{883BC13D-A132-45C7-BB53-4943956802C9}" type="presOf" srcId="{57C32E25-C9A0-45F1-AA3F-A942537508DF}" destId="{5B899850-5E49-4E93-9783-245189B40D0A}" srcOrd="0" destOrd="0" presId="urn:microsoft.com/office/officeart/2005/8/layout/cycle4"/>
    <dgm:cxn modelId="{948B5458-88FF-4D7A-BBA7-8A4B304CB32D}" type="presOf" srcId="{1A6F4BE0-E24B-4425-8768-8446F279BCE4}" destId="{BF3DEF21-C6E6-4BDB-90CC-DCF6F13F55BA}" srcOrd="0" destOrd="0" presId="urn:microsoft.com/office/officeart/2005/8/layout/cycle4"/>
    <dgm:cxn modelId="{EAFE965A-142B-412C-A713-B5B96893DC3F}" type="presOf" srcId="{627ED4E2-DB83-490D-9FAE-95EDB5B88346}" destId="{042B1C6B-1C49-46DD-9236-2F063D90B57E}" srcOrd="0" destOrd="0" presId="urn:microsoft.com/office/officeart/2005/8/layout/cycle4"/>
    <dgm:cxn modelId="{404F0880-F938-4B43-8D69-98FD4678E496}" srcId="{57C32E25-C9A0-45F1-AA3F-A942537508DF}" destId="{F6075270-190D-4A3D-A8A0-FBCB092C2F68}" srcOrd="0" destOrd="0" parTransId="{A994BFA1-054A-45AB-9328-564440D31C96}" sibTransId="{A76DA76E-CE0A-4471-86BB-6A4C6F3ABBB9}"/>
    <dgm:cxn modelId="{A8BC2386-C952-4153-B125-67C0013FE7AF}" type="presOf" srcId="{F6075270-190D-4A3D-A8A0-FBCB092C2F68}" destId="{B2692069-E84B-44EC-A818-7E903C45A7ED}" srcOrd="0" destOrd="0" presId="urn:microsoft.com/office/officeart/2005/8/layout/cycle4"/>
    <dgm:cxn modelId="{3729D38A-799E-4171-8885-BC8A58B6640A}" srcId="{A558C65D-D3B2-4EE8-AC0C-3D5A00846AD1}" destId="{7F6ED53C-9C5E-43B9-9E04-E5EFFCC88232}" srcOrd="0" destOrd="0" parTransId="{EE502511-AB0C-46DD-BED3-08AEBEE3EF43}" sibTransId="{6E3CD946-865C-49DE-BF67-2623D37E8080}"/>
    <dgm:cxn modelId="{FC61E08C-4554-4C34-A138-D54AE8FA0A81}" srcId="{76827C60-2422-43F5-8BDC-9A669077683D}" destId="{627ED4E2-DB83-490D-9FAE-95EDB5B88346}" srcOrd="0" destOrd="0" parTransId="{1C775483-938A-47F7-8C16-02A34A047C0F}" sibTransId="{D0DC83D6-AB0D-4AB5-B21D-874AE8F17CA5}"/>
    <dgm:cxn modelId="{1E7E5B92-751E-41E0-86DD-17CF10F78C9C}" srcId="{1A6F4BE0-E24B-4425-8768-8446F279BCE4}" destId="{1C75A418-7A82-4679-B098-3B7F43CA6D80}" srcOrd="0" destOrd="0" parTransId="{4B16CC00-328A-4A9A-9B54-8A4EC053BBA2}" sibTransId="{4A6116E0-41B9-4D44-BC2B-CFEE51C04B1A}"/>
    <dgm:cxn modelId="{96C2F894-B0D5-456D-9381-37F1648360AF}" type="presOf" srcId="{7F6ED53C-9C5E-43B9-9E04-E5EFFCC88232}" destId="{86A086C3-1AE8-4C0A-9F18-3F39706B0BD0}" srcOrd="0" destOrd="0" presId="urn:microsoft.com/office/officeart/2005/8/layout/cycle4"/>
    <dgm:cxn modelId="{9F797DA4-6CD7-44F9-953F-A2982B19CC17}" type="presOf" srcId="{1C75A418-7A82-4679-B098-3B7F43CA6D80}" destId="{EE990503-B909-4D98-A355-698EC3E4ACD7}" srcOrd="1" destOrd="0" presId="urn:microsoft.com/office/officeart/2005/8/layout/cycle4"/>
    <dgm:cxn modelId="{453742B6-648C-44F4-B91B-4878BFF12DE0}" type="presOf" srcId="{A558C65D-D3B2-4EE8-AC0C-3D5A00846AD1}" destId="{555D53E5-9A26-4D21-82D8-7177E46CE2B7}" srcOrd="0" destOrd="0" presId="urn:microsoft.com/office/officeart/2005/8/layout/cycle4"/>
    <dgm:cxn modelId="{09EE38C6-A731-42A9-A015-BA96929CB7C0}" type="presOf" srcId="{7F6ED53C-9C5E-43B9-9E04-E5EFFCC88232}" destId="{A76D75C0-E876-4233-83B6-95C0BA7F6701}" srcOrd="1" destOrd="0" presId="urn:microsoft.com/office/officeart/2005/8/layout/cycle4"/>
    <dgm:cxn modelId="{748091C7-B467-4BB5-9BEC-A1385E9D9E6A}" type="presOf" srcId="{627ED4E2-DB83-490D-9FAE-95EDB5B88346}" destId="{B286B3CC-16A0-437D-B7D7-5482B6F249E5}" srcOrd="1" destOrd="0" presId="urn:microsoft.com/office/officeart/2005/8/layout/cycle4"/>
    <dgm:cxn modelId="{054B88E4-BB1E-4CB3-84CA-7175EB278E46}" srcId="{83E78A2B-7EF6-4F46-98CB-4EC45098E6E0}" destId="{1A6F4BE0-E24B-4425-8768-8446F279BCE4}" srcOrd="2" destOrd="0" parTransId="{90E2CC3C-37DD-4045-9437-B15E86C1E713}" sibTransId="{B6194DA2-3B6F-4F57-A436-DC5B8075BDB2}"/>
    <dgm:cxn modelId="{7BFE6CE8-C4FA-443F-AF2C-A129B157B566}" srcId="{83E78A2B-7EF6-4F46-98CB-4EC45098E6E0}" destId="{57C32E25-C9A0-45F1-AA3F-A942537508DF}" srcOrd="3" destOrd="0" parTransId="{524AEB07-73C3-4C63-ADA1-243B945C6073}" sibTransId="{DA337ADD-A610-45CA-9889-866C538D1202}"/>
    <dgm:cxn modelId="{B328384C-4190-4502-A162-B0A5D9146E3F}" type="presParOf" srcId="{2D3105BA-6016-4E98-8865-0D19F7C186D5}" destId="{C0FBA4DE-CEE5-4935-9A96-9257056F3B85}" srcOrd="0" destOrd="0" presId="urn:microsoft.com/office/officeart/2005/8/layout/cycle4"/>
    <dgm:cxn modelId="{8C58EDA7-4E10-4DC4-9E1E-91AA7D2A6436}" type="presParOf" srcId="{C0FBA4DE-CEE5-4935-9A96-9257056F3B85}" destId="{E5F937C1-E9DF-4252-9437-61ADD056E10E}" srcOrd="0" destOrd="0" presId="urn:microsoft.com/office/officeart/2005/8/layout/cycle4"/>
    <dgm:cxn modelId="{94BB0654-0906-45A4-B7E4-FBCA06A0ABD7}" type="presParOf" srcId="{E5F937C1-E9DF-4252-9437-61ADD056E10E}" destId="{042B1C6B-1C49-46DD-9236-2F063D90B57E}" srcOrd="0" destOrd="0" presId="urn:microsoft.com/office/officeart/2005/8/layout/cycle4"/>
    <dgm:cxn modelId="{40D1D4CD-8200-4799-B64F-16BCE1907277}" type="presParOf" srcId="{E5F937C1-E9DF-4252-9437-61ADD056E10E}" destId="{B286B3CC-16A0-437D-B7D7-5482B6F249E5}" srcOrd="1" destOrd="0" presId="urn:microsoft.com/office/officeart/2005/8/layout/cycle4"/>
    <dgm:cxn modelId="{0658AB81-DE3A-4BB6-8D36-8C2CD199A5E8}" type="presParOf" srcId="{C0FBA4DE-CEE5-4935-9A96-9257056F3B85}" destId="{85C67765-C75B-4FC5-9FE7-8400A3BC0630}" srcOrd="1" destOrd="0" presId="urn:microsoft.com/office/officeart/2005/8/layout/cycle4"/>
    <dgm:cxn modelId="{89776774-19DF-44D2-AF81-391A18A03DDB}" type="presParOf" srcId="{85C67765-C75B-4FC5-9FE7-8400A3BC0630}" destId="{86A086C3-1AE8-4C0A-9F18-3F39706B0BD0}" srcOrd="0" destOrd="0" presId="urn:microsoft.com/office/officeart/2005/8/layout/cycle4"/>
    <dgm:cxn modelId="{96CDAEB5-BEC6-4D1A-8CC0-3C99D516594B}" type="presParOf" srcId="{85C67765-C75B-4FC5-9FE7-8400A3BC0630}" destId="{A76D75C0-E876-4233-83B6-95C0BA7F6701}" srcOrd="1" destOrd="0" presId="urn:microsoft.com/office/officeart/2005/8/layout/cycle4"/>
    <dgm:cxn modelId="{DF16A99B-72B0-47CB-996F-7FF042630C3E}" type="presParOf" srcId="{C0FBA4DE-CEE5-4935-9A96-9257056F3B85}" destId="{38EB7140-62FE-4613-86A5-A5B89D55DDC5}" srcOrd="2" destOrd="0" presId="urn:microsoft.com/office/officeart/2005/8/layout/cycle4"/>
    <dgm:cxn modelId="{B2554107-AC1B-476E-A1E7-AA07F1E99771}" type="presParOf" srcId="{38EB7140-62FE-4613-86A5-A5B89D55DDC5}" destId="{0053C12F-0A50-491A-9BC0-A15071608CC1}" srcOrd="0" destOrd="0" presId="urn:microsoft.com/office/officeart/2005/8/layout/cycle4"/>
    <dgm:cxn modelId="{F4396DF6-8160-4C82-B69F-A514351D5889}" type="presParOf" srcId="{38EB7140-62FE-4613-86A5-A5B89D55DDC5}" destId="{EE990503-B909-4D98-A355-698EC3E4ACD7}" srcOrd="1" destOrd="0" presId="urn:microsoft.com/office/officeart/2005/8/layout/cycle4"/>
    <dgm:cxn modelId="{8955AA09-C9EA-4DCD-96D8-D04C0AD2C1AE}" type="presParOf" srcId="{C0FBA4DE-CEE5-4935-9A96-9257056F3B85}" destId="{1AFAEC12-D70E-4B97-8780-6DEB8BDC8BF3}" srcOrd="3" destOrd="0" presId="urn:microsoft.com/office/officeart/2005/8/layout/cycle4"/>
    <dgm:cxn modelId="{D80EBE73-B5D3-42FC-BE44-AED9EFB3D678}" type="presParOf" srcId="{1AFAEC12-D70E-4B97-8780-6DEB8BDC8BF3}" destId="{B2692069-E84B-44EC-A818-7E903C45A7ED}" srcOrd="0" destOrd="0" presId="urn:microsoft.com/office/officeart/2005/8/layout/cycle4"/>
    <dgm:cxn modelId="{1749F56A-B7BB-4E5C-A512-7FC2E91BD8CE}" type="presParOf" srcId="{1AFAEC12-D70E-4B97-8780-6DEB8BDC8BF3}" destId="{A578B0EB-171C-409E-8411-AA15665A11BE}" srcOrd="1" destOrd="0" presId="urn:microsoft.com/office/officeart/2005/8/layout/cycle4"/>
    <dgm:cxn modelId="{BE9942A4-074F-48C0-A05D-3F8ECB87C195}" type="presParOf" srcId="{C0FBA4DE-CEE5-4935-9A96-9257056F3B85}" destId="{7016E9CC-DAA1-4C70-B06C-3A4D3B768484}" srcOrd="4" destOrd="0" presId="urn:microsoft.com/office/officeart/2005/8/layout/cycle4"/>
    <dgm:cxn modelId="{72B96927-A323-4D05-964F-D1B6D9295288}" type="presParOf" srcId="{2D3105BA-6016-4E98-8865-0D19F7C186D5}" destId="{541006BC-846C-4D63-B887-18BE53B0DB89}" srcOrd="1" destOrd="0" presId="urn:microsoft.com/office/officeart/2005/8/layout/cycle4"/>
    <dgm:cxn modelId="{30BE5550-C9F6-4DF0-AF09-E5AFED553C10}" type="presParOf" srcId="{541006BC-846C-4D63-B887-18BE53B0DB89}" destId="{290C85F6-A83F-4BB3-909C-2E23AD70E81F}" srcOrd="0" destOrd="0" presId="urn:microsoft.com/office/officeart/2005/8/layout/cycle4"/>
    <dgm:cxn modelId="{D4C1550F-FE09-46A4-811A-3B94CDEDB384}" type="presParOf" srcId="{541006BC-846C-4D63-B887-18BE53B0DB89}" destId="{555D53E5-9A26-4D21-82D8-7177E46CE2B7}" srcOrd="1" destOrd="0" presId="urn:microsoft.com/office/officeart/2005/8/layout/cycle4"/>
    <dgm:cxn modelId="{F5ED3EA4-235D-459D-9D5E-CC39FA2AA504}" type="presParOf" srcId="{541006BC-846C-4D63-B887-18BE53B0DB89}" destId="{BF3DEF21-C6E6-4BDB-90CC-DCF6F13F55BA}" srcOrd="2" destOrd="0" presId="urn:microsoft.com/office/officeart/2005/8/layout/cycle4"/>
    <dgm:cxn modelId="{8E2FB47A-50FC-495B-A3AB-0F237FFF9379}" type="presParOf" srcId="{541006BC-846C-4D63-B887-18BE53B0DB89}" destId="{5B899850-5E49-4E93-9783-245189B40D0A}" srcOrd="3" destOrd="0" presId="urn:microsoft.com/office/officeart/2005/8/layout/cycle4"/>
    <dgm:cxn modelId="{2FBB706E-19F9-44CA-B059-2FDF2B52560A}" type="presParOf" srcId="{541006BC-846C-4D63-B887-18BE53B0DB89}" destId="{73FE5F51-AE78-4718-8EE2-9FD678EDFF36}" srcOrd="4" destOrd="0" presId="urn:microsoft.com/office/officeart/2005/8/layout/cycle4"/>
    <dgm:cxn modelId="{0BD026B1-A193-4B2B-9CD8-C82359C53396}" type="presParOf" srcId="{2D3105BA-6016-4E98-8865-0D19F7C186D5}" destId="{B8A63E7C-4ECD-4136-9143-0B001077DD81}" srcOrd="2" destOrd="0" presId="urn:microsoft.com/office/officeart/2005/8/layout/cycle4"/>
    <dgm:cxn modelId="{EFF84F9C-07B2-464C-B40D-F9938F50ACBD}" type="presParOf" srcId="{2D3105BA-6016-4E98-8865-0D19F7C186D5}" destId="{7E1A005B-4175-4F36-BF03-3F7C3439A16B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5F4D238-51F1-41EE-8121-04F361B760CA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fr-FR"/>
        </a:p>
      </dgm:t>
    </dgm:pt>
    <dgm:pt modelId="{E94BD8E0-8A4F-4033-A65D-9FD16851583A}">
      <dgm:prSet phldrT="[Texte]"/>
      <dgm:spPr/>
      <dgm:t>
        <a:bodyPr/>
        <a:lstStyle/>
        <a:p>
          <a:r>
            <a:rPr lang="fr-FR" dirty="0"/>
            <a:t>Bloc 1 :  Analyse stratégique </a:t>
          </a:r>
        </a:p>
      </dgm:t>
    </dgm:pt>
    <dgm:pt modelId="{28ADD163-9843-4F2E-B7D2-D0498EF121D7}" type="parTrans" cxnId="{430514BA-5188-4D92-AE59-0408FA2F6A8F}">
      <dgm:prSet/>
      <dgm:spPr/>
      <dgm:t>
        <a:bodyPr/>
        <a:lstStyle/>
        <a:p>
          <a:endParaRPr lang="fr-FR"/>
        </a:p>
      </dgm:t>
    </dgm:pt>
    <dgm:pt modelId="{177D0BB2-7E5B-4501-973E-2D7FD68C82EA}" type="sibTrans" cxnId="{430514BA-5188-4D92-AE59-0408FA2F6A8F}">
      <dgm:prSet/>
      <dgm:spPr/>
      <dgm:t>
        <a:bodyPr/>
        <a:lstStyle/>
        <a:p>
          <a:endParaRPr lang="fr-FR"/>
        </a:p>
      </dgm:t>
    </dgm:pt>
    <dgm:pt modelId="{9655B359-A20C-48E2-8E2A-A61C6743D8F2}">
      <dgm:prSet phldrT="[Texte]"/>
      <dgm:spPr/>
      <dgm:t>
        <a:bodyPr/>
        <a:lstStyle/>
        <a:p>
          <a:r>
            <a:rPr lang="fr-FR" dirty="0"/>
            <a:t>Bloc II : Conception d’une architecture hybride</a:t>
          </a:r>
        </a:p>
      </dgm:t>
    </dgm:pt>
    <dgm:pt modelId="{B5E361EC-2F9F-42EA-9CDA-BB91B7EFCB45}" type="parTrans" cxnId="{68F09780-B96D-42DD-8259-53E92104A8E2}">
      <dgm:prSet/>
      <dgm:spPr/>
      <dgm:t>
        <a:bodyPr/>
        <a:lstStyle/>
        <a:p>
          <a:endParaRPr lang="fr-FR"/>
        </a:p>
      </dgm:t>
    </dgm:pt>
    <dgm:pt modelId="{1BC2E0A2-B7E6-4C4F-B59A-3A5310810BD6}" type="sibTrans" cxnId="{68F09780-B96D-42DD-8259-53E92104A8E2}">
      <dgm:prSet/>
      <dgm:spPr/>
      <dgm:t>
        <a:bodyPr/>
        <a:lstStyle/>
        <a:p>
          <a:endParaRPr lang="fr-FR"/>
        </a:p>
      </dgm:t>
    </dgm:pt>
    <dgm:pt modelId="{012D77F5-4651-4CDF-975C-ED156E1ADFA6}">
      <dgm:prSet phldrT="[Texte]"/>
      <dgm:spPr/>
      <dgm:t>
        <a:bodyPr/>
        <a:lstStyle/>
        <a:p>
          <a:r>
            <a:rPr lang="fr-FR" dirty="0"/>
            <a:t>Bloc III : Conduite d’un projet long avec contraintes</a:t>
          </a:r>
        </a:p>
      </dgm:t>
    </dgm:pt>
    <dgm:pt modelId="{D7445D1D-593A-4949-8A43-4705ED22C0B8}" type="parTrans" cxnId="{AC06D83C-A243-449D-9925-DE94B1D1A160}">
      <dgm:prSet/>
      <dgm:spPr/>
      <dgm:t>
        <a:bodyPr/>
        <a:lstStyle/>
        <a:p>
          <a:endParaRPr lang="fr-FR"/>
        </a:p>
      </dgm:t>
    </dgm:pt>
    <dgm:pt modelId="{DCEB19F5-0920-4FA2-8137-63DFEB1AA919}" type="sibTrans" cxnId="{AC06D83C-A243-449D-9925-DE94B1D1A160}">
      <dgm:prSet/>
      <dgm:spPr/>
      <dgm:t>
        <a:bodyPr/>
        <a:lstStyle/>
        <a:p>
          <a:endParaRPr lang="fr-FR"/>
        </a:p>
      </dgm:t>
    </dgm:pt>
    <dgm:pt modelId="{F3A088F5-D185-4680-A2B7-851FA0F88435}">
      <dgm:prSet phldrT="[Texte]"/>
      <dgm:spPr/>
      <dgm:t>
        <a:bodyPr/>
        <a:lstStyle/>
        <a:p>
          <a:r>
            <a:rPr lang="fr-FR" dirty="0"/>
            <a:t>Bloc V : Documentation, veille et communication</a:t>
          </a:r>
        </a:p>
      </dgm:t>
    </dgm:pt>
    <dgm:pt modelId="{2E011180-34E1-4C1F-BD33-2E4293DF5620}" type="parTrans" cxnId="{BA74569E-9E7E-4838-BE93-8AB501CBC88D}">
      <dgm:prSet/>
      <dgm:spPr/>
      <dgm:t>
        <a:bodyPr/>
        <a:lstStyle/>
        <a:p>
          <a:endParaRPr lang="fr-FR"/>
        </a:p>
      </dgm:t>
    </dgm:pt>
    <dgm:pt modelId="{729D9BD4-0A9A-4770-9260-F30A8FF91518}" type="sibTrans" cxnId="{BA74569E-9E7E-4838-BE93-8AB501CBC88D}">
      <dgm:prSet/>
      <dgm:spPr/>
      <dgm:t>
        <a:bodyPr/>
        <a:lstStyle/>
        <a:p>
          <a:endParaRPr lang="fr-FR"/>
        </a:p>
      </dgm:t>
    </dgm:pt>
    <dgm:pt modelId="{436E310B-DB57-4102-94A8-304A76C4B948}">
      <dgm:prSet phldrT="[Texte]"/>
      <dgm:spPr/>
      <dgm:t>
        <a:bodyPr/>
        <a:lstStyle/>
        <a:p>
          <a:r>
            <a:rPr lang="fr-FR" dirty="0"/>
            <a:t>Bloc IV : Intégration Angular18 / </a:t>
          </a:r>
          <a:r>
            <a:rPr lang="fr-FR" dirty="0" err="1"/>
            <a:t>Webpack</a:t>
          </a:r>
          <a:r>
            <a:rPr lang="fr-FR" dirty="0"/>
            <a:t> / SBT</a:t>
          </a:r>
        </a:p>
      </dgm:t>
    </dgm:pt>
    <dgm:pt modelId="{26EECF50-172E-45A5-BE58-33AE0CE90484}" type="parTrans" cxnId="{1E6527DF-8186-488D-9C13-738594F1FF81}">
      <dgm:prSet/>
      <dgm:spPr/>
      <dgm:t>
        <a:bodyPr/>
        <a:lstStyle/>
        <a:p>
          <a:endParaRPr lang="fr-FR"/>
        </a:p>
      </dgm:t>
    </dgm:pt>
    <dgm:pt modelId="{D3636EF9-B1C4-4609-826B-B5FDC14D0EC6}" type="sibTrans" cxnId="{1E6527DF-8186-488D-9C13-738594F1FF81}">
      <dgm:prSet/>
      <dgm:spPr/>
      <dgm:t>
        <a:bodyPr/>
        <a:lstStyle/>
        <a:p>
          <a:endParaRPr lang="fr-FR"/>
        </a:p>
      </dgm:t>
    </dgm:pt>
    <dgm:pt modelId="{1235E333-830D-4F04-A36A-FD6869660999}" type="pres">
      <dgm:prSet presAssocID="{05F4D238-51F1-41EE-8121-04F361B760CA}" presName="Name0" presStyleCnt="0">
        <dgm:presLayoutVars>
          <dgm:chMax val="7"/>
          <dgm:chPref val="7"/>
          <dgm:dir/>
        </dgm:presLayoutVars>
      </dgm:prSet>
      <dgm:spPr/>
    </dgm:pt>
    <dgm:pt modelId="{C36F4134-0C49-4A97-98C0-C6967B98045B}" type="pres">
      <dgm:prSet presAssocID="{05F4D238-51F1-41EE-8121-04F361B760CA}" presName="Name1" presStyleCnt="0"/>
      <dgm:spPr/>
    </dgm:pt>
    <dgm:pt modelId="{E3983749-68BB-4B95-9765-5F5DC3F4234F}" type="pres">
      <dgm:prSet presAssocID="{05F4D238-51F1-41EE-8121-04F361B760CA}" presName="cycle" presStyleCnt="0"/>
      <dgm:spPr/>
    </dgm:pt>
    <dgm:pt modelId="{D6296E27-B5BF-4F70-980C-43C36BBFF0DE}" type="pres">
      <dgm:prSet presAssocID="{05F4D238-51F1-41EE-8121-04F361B760CA}" presName="srcNode" presStyleLbl="node1" presStyleIdx="0" presStyleCnt="5"/>
      <dgm:spPr/>
    </dgm:pt>
    <dgm:pt modelId="{28A7729F-897B-4E21-B8C2-724FC2FC440B}" type="pres">
      <dgm:prSet presAssocID="{05F4D238-51F1-41EE-8121-04F361B760CA}" presName="conn" presStyleLbl="parChTrans1D2" presStyleIdx="0" presStyleCnt="1"/>
      <dgm:spPr/>
    </dgm:pt>
    <dgm:pt modelId="{E5C3FB74-E40E-412D-BFFA-37E0B9FC39E4}" type="pres">
      <dgm:prSet presAssocID="{05F4D238-51F1-41EE-8121-04F361B760CA}" presName="extraNode" presStyleLbl="node1" presStyleIdx="0" presStyleCnt="5"/>
      <dgm:spPr/>
    </dgm:pt>
    <dgm:pt modelId="{5CD819DE-1F1D-4891-B528-AB74701BE4E1}" type="pres">
      <dgm:prSet presAssocID="{05F4D238-51F1-41EE-8121-04F361B760CA}" presName="dstNode" presStyleLbl="node1" presStyleIdx="0" presStyleCnt="5"/>
      <dgm:spPr/>
    </dgm:pt>
    <dgm:pt modelId="{99BD08A8-C252-4A10-9F0B-ECC5695877E8}" type="pres">
      <dgm:prSet presAssocID="{E94BD8E0-8A4F-4033-A65D-9FD16851583A}" presName="text_1" presStyleLbl="node1" presStyleIdx="0" presStyleCnt="5">
        <dgm:presLayoutVars>
          <dgm:bulletEnabled val="1"/>
        </dgm:presLayoutVars>
      </dgm:prSet>
      <dgm:spPr/>
    </dgm:pt>
    <dgm:pt modelId="{315B4251-29ED-4475-9684-4F5BE2FDE7D6}" type="pres">
      <dgm:prSet presAssocID="{E94BD8E0-8A4F-4033-A65D-9FD16851583A}" presName="accent_1" presStyleCnt="0"/>
      <dgm:spPr/>
    </dgm:pt>
    <dgm:pt modelId="{CDF898DA-44F1-4229-8A04-584C015A5B71}" type="pres">
      <dgm:prSet presAssocID="{E94BD8E0-8A4F-4033-A65D-9FD16851583A}" presName="accentRepeatNode" presStyleLbl="solidFgAcc1" presStyleIdx="0" presStyleCnt="5"/>
      <dgm:spPr/>
    </dgm:pt>
    <dgm:pt modelId="{F1E24FBB-C471-4CB1-BF46-15ABA07D4AC1}" type="pres">
      <dgm:prSet presAssocID="{9655B359-A20C-48E2-8E2A-A61C6743D8F2}" presName="text_2" presStyleLbl="node1" presStyleIdx="1" presStyleCnt="5">
        <dgm:presLayoutVars>
          <dgm:bulletEnabled val="1"/>
        </dgm:presLayoutVars>
      </dgm:prSet>
      <dgm:spPr/>
    </dgm:pt>
    <dgm:pt modelId="{62EC1688-F299-41BE-BDBC-207AA7BE5E14}" type="pres">
      <dgm:prSet presAssocID="{9655B359-A20C-48E2-8E2A-A61C6743D8F2}" presName="accent_2" presStyleCnt="0"/>
      <dgm:spPr/>
    </dgm:pt>
    <dgm:pt modelId="{E3746F3A-011E-4E9F-9174-0572E64EB0D1}" type="pres">
      <dgm:prSet presAssocID="{9655B359-A20C-48E2-8E2A-A61C6743D8F2}" presName="accentRepeatNode" presStyleLbl="solidFgAcc1" presStyleIdx="1" presStyleCnt="5"/>
      <dgm:spPr/>
    </dgm:pt>
    <dgm:pt modelId="{D1535E54-B9B8-44FC-A1B8-F172F3ABC6CB}" type="pres">
      <dgm:prSet presAssocID="{012D77F5-4651-4CDF-975C-ED156E1ADFA6}" presName="text_3" presStyleLbl="node1" presStyleIdx="2" presStyleCnt="5">
        <dgm:presLayoutVars>
          <dgm:bulletEnabled val="1"/>
        </dgm:presLayoutVars>
      </dgm:prSet>
      <dgm:spPr/>
    </dgm:pt>
    <dgm:pt modelId="{1BFC09AF-A7DE-4B4B-8B0F-12BC94AE348C}" type="pres">
      <dgm:prSet presAssocID="{012D77F5-4651-4CDF-975C-ED156E1ADFA6}" presName="accent_3" presStyleCnt="0"/>
      <dgm:spPr/>
    </dgm:pt>
    <dgm:pt modelId="{9C92F6C8-96CE-4D74-B145-91826ABA0C8F}" type="pres">
      <dgm:prSet presAssocID="{012D77F5-4651-4CDF-975C-ED156E1ADFA6}" presName="accentRepeatNode" presStyleLbl="solidFgAcc1" presStyleIdx="2" presStyleCnt="5"/>
      <dgm:spPr/>
    </dgm:pt>
    <dgm:pt modelId="{E1D5645F-1222-477D-AE6A-FAA3A837B146}" type="pres">
      <dgm:prSet presAssocID="{436E310B-DB57-4102-94A8-304A76C4B948}" presName="text_4" presStyleLbl="node1" presStyleIdx="3" presStyleCnt="5">
        <dgm:presLayoutVars>
          <dgm:bulletEnabled val="1"/>
        </dgm:presLayoutVars>
      </dgm:prSet>
      <dgm:spPr/>
    </dgm:pt>
    <dgm:pt modelId="{F5C4E8F0-020B-49D2-8803-FFF828737EBD}" type="pres">
      <dgm:prSet presAssocID="{436E310B-DB57-4102-94A8-304A76C4B948}" presName="accent_4" presStyleCnt="0"/>
      <dgm:spPr/>
    </dgm:pt>
    <dgm:pt modelId="{E4E4CFB2-D5DE-459A-B2DF-B2003E4F1989}" type="pres">
      <dgm:prSet presAssocID="{436E310B-DB57-4102-94A8-304A76C4B948}" presName="accentRepeatNode" presStyleLbl="solidFgAcc1" presStyleIdx="3" presStyleCnt="5"/>
      <dgm:spPr/>
    </dgm:pt>
    <dgm:pt modelId="{262C56D0-2A03-486C-A544-CD828D5D3312}" type="pres">
      <dgm:prSet presAssocID="{F3A088F5-D185-4680-A2B7-851FA0F88435}" presName="text_5" presStyleLbl="node1" presStyleIdx="4" presStyleCnt="5">
        <dgm:presLayoutVars>
          <dgm:bulletEnabled val="1"/>
        </dgm:presLayoutVars>
      </dgm:prSet>
      <dgm:spPr/>
    </dgm:pt>
    <dgm:pt modelId="{3A5DF412-6E3D-43B9-A2E9-E09BDE67EF62}" type="pres">
      <dgm:prSet presAssocID="{F3A088F5-D185-4680-A2B7-851FA0F88435}" presName="accent_5" presStyleCnt="0"/>
      <dgm:spPr/>
    </dgm:pt>
    <dgm:pt modelId="{CD167404-FEA1-4E1C-885A-F15E2FD6E5BB}" type="pres">
      <dgm:prSet presAssocID="{F3A088F5-D185-4680-A2B7-851FA0F88435}" presName="accentRepeatNode" presStyleLbl="solidFgAcc1" presStyleIdx="4" presStyleCnt="5"/>
      <dgm:spPr/>
    </dgm:pt>
  </dgm:ptLst>
  <dgm:cxnLst>
    <dgm:cxn modelId="{0523340F-2775-47FE-B75E-E4731573D975}" type="presOf" srcId="{012D77F5-4651-4CDF-975C-ED156E1ADFA6}" destId="{D1535E54-B9B8-44FC-A1B8-F172F3ABC6CB}" srcOrd="0" destOrd="0" presId="urn:microsoft.com/office/officeart/2008/layout/VerticalCurvedList"/>
    <dgm:cxn modelId="{4170862D-2F0B-4023-966F-5408368CC547}" type="presOf" srcId="{05F4D238-51F1-41EE-8121-04F361B760CA}" destId="{1235E333-830D-4F04-A36A-FD6869660999}" srcOrd="0" destOrd="0" presId="urn:microsoft.com/office/officeart/2008/layout/VerticalCurvedList"/>
    <dgm:cxn modelId="{AC06D83C-A243-449D-9925-DE94B1D1A160}" srcId="{05F4D238-51F1-41EE-8121-04F361B760CA}" destId="{012D77F5-4651-4CDF-975C-ED156E1ADFA6}" srcOrd="2" destOrd="0" parTransId="{D7445D1D-593A-4949-8A43-4705ED22C0B8}" sibTransId="{DCEB19F5-0920-4FA2-8137-63DFEB1AA919}"/>
    <dgm:cxn modelId="{69D5454A-7971-4145-8A30-E188EFF321B4}" type="presOf" srcId="{177D0BB2-7E5B-4501-973E-2D7FD68C82EA}" destId="{28A7729F-897B-4E21-B8C2-724FC2FC440B}" srcOrd="0" destOrd="0" presId="urn:microsoft.com/office/officeart/2008/layout/VerticalCurvedList"/>
    <dgm:cxn modelId="{071A1759-9090-4051-9953-82F6DF7E42D8}" type="presOf" srcId="{E94BD8E0-8A4F-4033-A65D-9FD16851583A}" destId="{99BD08A8-C252-4A10-9F0B-ECC5695877E8}" srcOrd="0" destOrd="0" presId="urn:microsoft.com/office/officeart/2008/layout/VerticalCurvedList"/>
    <dgm:cxn modelId="{B84C6C7D-845A-4E54-9CF2-0A15AD17BB66}" type="presOf" srcId="{F3A088F5-D185-4680-A2B7-851FA0F88435}" destId="{262C56D0-2A03-486C-A544-CD828D5D3312}" srcOrd="0" destOrd="0" presId="urn:microsoft.com/office/officeart/2008/layout/VerticalCurvedList"/>
    <dgm:cxn modelId="{68F09780-B96D-42DD-8259-53E92104A8E2}" srcId="{05F4D238-51F1-41EE-8121-04F361B760CA}" destId="{9655B359-A20C-48E2-8E2A-A61C6743D8F2}" srcOrd="1" destOrd="0" parTransId="{B5E361EC-2F9F-42EA-9CDA-BB91B7EFCB45}" sibTransId="{1BC2E0A2-B7E6-4C4F-B59A-3A5310810BD6}"/>
    <dgm:cxn modelId="{BA74569E-9E7E-4838-BE93-8AB501CBC88D}" srcId="{05F4D238-51F1-41EE-8121-04F361B760CA}" destId="{F3A088F5-D185-4680-A2B7-851FA0F88435}" srcOrd="4" destOrd="0" parTransId="{2E011180-34E1-4C1F-BD33-2E4293DF5620}" sibTransId="{729D9BD4-0A9A-4770-9260-F30A8FF91518}"/>
    <dgm:cxn modelId="{2946BBB1-7533-42A1-9315-05378757D1B2}" type="presOf" srcId="{9655B359-A20C-48E2-8E2A-A61C6743D8F2}" destId="{F1E24FBB-C471-4CB1-BF46-15ABA07D4AC1}" srcOrd="0" destOrd="0" presId="urn:microsoft.com/office/officeart/2008/layout/VerticalCurvedList"/>
    <dgm:cxn modelId="{B00803B9-68A9-4468-AA1C-34318BA823A9}" type="presOf" srcId="{436E310B-DB57-4102-94A8-304A76C4B948}" destId="{E1D5645F-1222-477D-AE6A-FAA3A837B146}" srcOrd="0" destOrd="0" presId="urn:microsoft.com/office/officeart/2008/layout/VerticalCurvedList"/>
    <dgm:cxn modelId="{430514BA-5188-4D92-AE59-0408FA2F6A8F}" srcId="{05F4D238-51F1-41EE-8121-04F361B760CA}" destId="{E94BD8E0-8A4F-4033-A65D-9FD16851583A}" srcOrd="0" destOrd="0" parTransId="{28ADD163-9843-4F2E-B7D2-D0498EF121D7}" sibTransId="{177D0BB2-7E5B-4501-973E-2D7FD68C82EA}"/>
    <dgm:cxn modelId="{1E6527DF-8186-488D-9C13-738594F1FF81}" srcId="{05F4D238-51F1-41EE-8121-04F361B760CA}" destId="{436E310B-DB57-4102-94A8-304A76C4B948}" srcOrd="3" destOrd="0" parTransId="{26EECF50-172E-45A5-BE58-33AE0CE90484}" sibTransId="{D3636EF9-B1C4-4609-826B-B5FDC14D0EC6}"/>
    <dgm:cxn modelId="{A38E5B50-AE4A-48C0-BA56-8AB7BF2EDE30}" type="presParOf" srcId="{1235E333-830D-4F04-A36A-FD6869660999}" destId="{C36F4134-0C49-4A97-98C0-C6967B98045B}" srcOrd="0" destOrd="0" presId="urn:microsoft.com/office/officeart/2008/layout/VerticalCurvedList"/>
    <dgm:cxn modelId="{76AA48F4-2F11-4C12-99C3-95EDE343D6B7}" type="presParOf" srcId="{C36F4134-0C49-4A97-98C0-C6967B98045B}" destId="{E3983749-68BB-4B95-9765-5F5DC3F4234F}" srcOrd="0" destOrd="0" presId="urn:microsoft.com/office/officeart/2008/layout/VerticalCurvedList"/>
    <dgm:cxn modelId="{25A5930A-17BD-45E1-BD94-CB124718E556}" type="presParOf" srcId="{E3983749-68BB-4B95-9765-5F5DC3F4234F}" destId="{D6296E27-B5BF-4F70-980C-43C36BBFF0DE}" srcOrd="0" destOrd="0" presId="urn:microsoft.com/office/officeart/2008/layout/VerticalCurvedList"/>
    <dgm:cxn modelId="{CC8AA106-0C7D-4317-AC42-30EB8B6ECE1D}" type="presParOf" srcId="{E3983749-68BB-4B95-9765-5F5DC3F4234F}" destId="{28A7729F-897B-4E21-B8C2-724FC2FC440B}" srcOrd="1" destOrd="0" presId="urn:microsoft.com/office/officeart/2008/layout/VerticalCurvedList"/>
    <dgm:cxn modelId="{1C762813-D26E-412F-B916-AC96ED02F1A5}" type="presParOf" srcId="{E3983749-68BB-4B95-9765-5F5DC3F4234F}" destId="{E5C3FB74-E40E-412D-BFFA-37E0B9FC39E4}" srcOrd="2" destOrd="0" presId="urn:microsoft.com/office/officeart/2008/layout/VerticalCurvedList"/>
    <dgm:cxn modelId="{9BEB54A9-C6CD-4A38-92ED-E5ECB4DD2051}" type="presParOf" srcId="{E3983749-68BB-4B95-9765-5F5DC3F4234F}" destId="{5CD819DE-1F1D-4891-B528-AB74701BE4E1}" srcOrd="3" destOrd="0" presId="urn:microsoft.com/office/officeart/2008/layout/VerticalCurvedList"/>
    <dgm:cxn modelId="{A1D0B886-3EBA-47AC-ADAC-FCBFAC89A579}" type="presParOf" srcId="{C36F4134-0C49-4A97-98C0-C6967B98045B}" destId="{99BD08A8-C252-4A10-9F0B-ECC5695877E8}" srcOrd="1" destOrd="0" presId="urn:microsoft.com/office/officeart/2008/layout/VerticalCurvedList"/>
    <dgm:cxn modelId="{EBB42388-0459-49A9-BC69-1F0D047B1CDF}" type="presParOf" srcId="{C36F4134-0C49-4A97-98C0-C6967B98045B}" destId="{315B4251-29ED-4475-9684-4F5BE2FDE7D6}" srcOrd="2" destOrd="0" presId="urn:microsoft.com/office/officeart/2008/layout/VerticalCurvedList"/>
    <dgm:cxn modelId="{94D0437B-35C0-460A-8588-31D5EFE4B245}" type="presParOf" srcId="{315B4251-29ED-4475-9684-4F5BE2FDE7D6}" destId="{CDF898DA-44F1-4229-8A04-584C015A5B71}" srcOrd="0" destOrd="0" presId="urn:microsoft.com/office/officeart/2008/layout/VerticalCurvedList"/>
    <dgm:cxn modelId="{8F2B5FE0-CA10-45F5-82F3-FB7159347946}" type="presParOf" srcId="{C36F4134-0C49-4A97-98C0-C6967B98045B}" destId="{F1E24FBB-C471-4CB1-BF46-15ABA07D4AC1}" srcOrd="3" destOrd="0" presId="urn:microsoft.com/office/officeart/2008/layout/VerticalCurvedList"/>
    <dgm:cxn modelId="{5D5D5C21-7292-4BC3-AF50-8853E420C137}" type="presParOf" srcId="{C36F4134-0C49-4A97-98C0-C6967B98045B}" destId="{62EC1688-F299-41BE-BDBC-207AA7BE5E14}" srcOrd="4" destOrd="0" presId="urn:microsoft.com/office/officeart/2008/layout/VerticalCurvedList"/>
    <dgm:cxn modelId="{CA533D3E-3D89-4132-A6D7-5D72E5DFAFD8}" type="presParOf" srcId="{62EC1688-F299-41BE-BDBC-207AA7BE5E14}" destId="{E3746F3A-011E-4E9F-9174-0572E64EB0D1}" srcOrd="0" destOrd="0" presId="urn:microsoft.com/office/officeart/2008/layout/VerticalCurvedList"/>
    <dgm:cxn modelId="{34D5AE1F-A413-4E9F-8378-5F3212D009A8}" type="presParOf" srcId="{C36F4134-0C49-4A97-98C0-C6967B98045B}" destId="{D1535E54-B9B8-44FC-A1B8-F172F3ABC6CB}" srcOrd="5" destOrd="0" presId="urn:microsoft.com/office/officeart/2008/layout/VerticalCurvedList"/>
    <dgm:cxn modelId="{B866B3BD-FA00-4D4B-9F89-2BFD90797232}" type="presParOf" srcId="{C36F4134-0C49-4A97-98C0-C6967B98045B}" destId="{1BFC09AF-A7DE-4B4B-8B0F-12BC94AE348C}" srcOrd="6" destOrd="0" presId="urn:microsoft.com/office/officeart/2008/layout/VerticalCurvedList"/>
    <dgm:cxn modelId="{3AACA73C-F324-47DB-AC9B-98418B57FA4B}" type="presParOf" srcId="{1BFC09AF-A7DE-4B4B-8B0F-12BC94AE348C}" destId="{9C92F6C8-96CE-4D74-B145-91826ABA0C8F}" srcOrd="0" destOrd="0" presId="urn:microsoft.com/office/officeart/2008/layout/VerticalCurvedList"/>
    <dgm:cxn modelId="{88ABE595-92AF-4B36-9157-1468B531C02A}" type="presParOf" srcId="{C36F4134-0C49-4A97-98C0-C6967B98045B}" destId="{E1D5645F-1222-477D-AE6A-FAA3A837B146}" srcOrd="7" destOrd="0" presId="urn:microsoft.com/office/officeart/2008/layout/VerticalCurvedList"/>
    <dgm:cxn modelId="{61696AC9-A20B-4945-87B1-7038E084035A}" type="presParOf" srcId="{C36F4134-0C49-4A97-98C0-C6967B98045B}" destId="{F5C4E8F0-020B-49D2-8803-FFF828737EBD}" srcOrd="8" destOrd="0" presId="urn:microsoft.com/office/officeart/2008/layout/VerticalCurvedList"/>
    <dgm:cxn modelId="{CF173A1E-BA1B-459F-829D-8B0FEB34416B}" type="presParOf" srcId="{F5C4E8F0-020B-49D2-8803-FFF828737EBD}" destId="{E4E4CFB2-D5DE-459A-B2DF-B2003E4F1989}" srcOrd="0" destOrd="0" presId="urn:microsoft.com/office/officeart/2008/layout/VerticalCurvedList"/>
    <dgm:cxn modelId="{5D78EED5-35D9-41D0-B1DF-A4678C9165B9}" type="presParOf" srcId="{C36F4134-0C49-4A97-98C0-C6967B98045B}" destId="{262C56D0-2A03-486C-A544-CD828D5D3312}" srcOrd="9" destOrd="0" presId="urn:microsoft.com/office/officeart/2008/layout/VerticalCurvedList"/>
    <dgm:cxn modelId="{961BB1B0-ED29-4827-96AD-4766419FE7AA}" type="presParOf" srcId="{C36F4134-0C49-4A97-98C0-C6967B98045B}" destId="{3A5DF412-6E3D-43B9-A2E9-E09BDE67EF62}" srcOrd="10" destOrd="0" presId="urn:microsoft.com/office/officeart/2008/layout/VerticalCurvedList"/>
    <dgm:cxn modelId="{E31DA67B-54C9-46AD-8AB9-3B730532DBB5}" type="presParOf" srcId="{3A5DF412-6E3D-43B9-A2E9-E09BDE67EF62}" destId="{CD167404-FEA1-4E1C-885A-F15E2FD6E5B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EDA8BBE-FD36-431A-BC9E-195E83037E13}" type="doc">
      <dgm:prSet loTypeId="urn:microsoft.com/office/officeart/2005/8/layout/funnel1" loCatId="process" qsTypeId="urn:microsoft.com/office/officeart/2005/8/quickstyle/simple5" qsCatId="simple" csTypeId="urn:microsoft.com/office/officeart/2005/8/colors/accent6_2" csCatId="accent6" phldr="1"/>
      <dgm:spPr/>
    </dgm:pt>
    <dgm:pt modelId="{D7A9831C-3D84-4404-9E79-FF319F0CE3CD}">
      <dgm:prSet phldrT="[Texte]" custT="1"/>
      <dgm:spPr/>
      <dgm:t>
        <a:bodyPr/>
        <a:lstStyle/>
        <a:p>
          <a:r>
            <a:rPr lang="fr-FR" sz="1200" dirty="0"/>
            <a:t>Architecture modernisée</a:t>
          </a:r>
        </a:p>
      </dgm:t>
    </dgm:pt>
    <dgm:pt modelId="{520C6F1B-6674-42D3-AF04-568F6893C2A3}" type="parTrans" cxnId="{73BD5C06-196E-437C-B4A0-82A86820FB47}">
      <dgm:prSet/>
      <dgm:spPr/>
      <dgm:t>
        <a:bodyPr/>
        <a:lstStyle/>
        <a:p>
          <a:endParaRPr lang="fr-FR"/>
        </a:p>
      </dgm:t>
    </dgm:pt>
    <dgm:pt modelId="{CBCDB0F2-A247-465E-B316-2D8B7560B09C}" type="sibTrans" cxnId="{73BD5C06-196E-437C-B4A0-82A86820FB47}">
      <dgm:prSet/>
      <dgm:spPr/>
      <dgm:t>
        <a:bodyPr/>
        <a:lstStyle/>
        <a:p>
          <a:endParaRPr lang="fr-FR"/>
        </a:p>
      </dgm:t>
    </dgm:pt>
    <dgm:pt modelId="{E58A9C67-7F15-4B1E-9E55-2107F1BA9710}">
      <dgm:prSet phldrT="[Texte]" custT="1"/>
      <dgm:spPr/>
      <dgm:t>
        <a:bodyPr/>
        <a:lstStyle/>
        <a:p>
          <a:r>
            <a:rPr lang="fr-FR" sz="1050" dirty="0"/>
            <a:t>Développement modulaire</a:t>
          </a:r>
        </a:p>
      </dgm:t>
    </dgm:pt>
    <dgm:pt modelId="{2D77A50A-7AAB-41F8-BEDB-325F561E4276}" type="parTrans" cxnId="{99A6C9A3-99A5-428A-8413-443FD722DFD6}">
      <dgm:prSet/>
      <dgm:spPr/>
      <dgm:t>
        <a:bodyPr/>
        <a:lstStyle/>
        <a:p>
          <a:endParaRPr lang="fr-FR"/>
        </a:p>
      </dgm:t>
    </dgm:pt>
    <dgm:pt modelId="{55A304F2-2F45-4E52-93B2-798BA0B11C82}" type="sibTrans" cxnId="{99A6C9A3-99A5-428A-8413-443FD722DFD6}">
      <dgm:prSet/>
      <dgm:spPr/>
      <dgm:t>
        <a:bodyPr/>
        <a:lstStyle/>
        <a:p>
          <a:endParaRPr lang="fr-FR"/>
        </a:p>
      </dgm:t>
    </dgm:pt>
    <dgm:pt modelId="{EC4F9FAB-4526-4D04-B4F9-17487CA1AC7A}">
      <dgm:prSet phldrT="[Texte]"/>
      <dgm:spPr/>
      <dgm:t>
        <a:bodyPr/>
        <a:lstStyle/>
        <a:p>
          <a:r>
            <a:rPr lang="fr-FR" dirty="0"/>
            <a:t>CI/CD &amp; TDD envisageable </a:t>
          </a:r>
        </a:p>
      </dgm:t>
    </dgm:pt>
    <dgm:pt modelId="{86D4D149-8345-46F0-9390-C04719CB0A7D}" type="parTrans" cxnId="{7AB8F94D-97E9-4550-8F80-E15A0FE57614}">
      <dgm:prSet/>
      <dgm:spPr/>
      <dgm:t>
        <a:bodyPr/>
        <a:lstStyle/>
        <a:p>
          <a:endParaRPr lang="fr-FR"/>
        </a:p>
      </dgm:t>
    </dgm:pt>
    <dgm:pt modelId="{4DA58CE6-36DB-428F-8D24-7AC6461FD823}" type="sibTrans" cxnId="{7AB8F94D-97E9-4550-8F80-E15A0FE57614}">
      <dgm:prSet/>
      <dgm:spPr/>
      <dgm:t>
        <a:bodyPr/>
        <a:lstStyle/>
        <a:p>
          <a:endParaRPr lang="fr-FR"/>
        </a:p>
      </dgm:t>
    </dgm:pt>
    <dgm:pt modelId="{7B1CADBA-DB08-4A06-A544-D994F9B6B7AD}">
      <dgm:prSet phldrT="[Texte]" custT="1"/>
      <dgm:spPr/>
      <dgm:t>
        <a:bodyPr/>
        <a:lstStyle/>
        <a:p>
          <a:r>
            <a:rPr lang="fr-FR" sz="1800" dirty="0"/>
            <a:t>Pérennité &amp; ouverture sur l’innovation</a:t>
          </a:r>
        </a:p>
      </dgm:t>
    </dgm:pt>
    <dgm:pt modelId="{09B4A48E-6F64-4501-841D-DD5ACE411260}" type="parTrans" cxnId="{F892D1FD-B405-4170-A779-F78CCC3415EB}">
      <dgm:prSet/>
      <dgm:spPr/>
      <dgm:t>
        <a:bodyPr/>
        <a:lstStyle/>
        <a:p>
          <a:endParaRPr lang="fr-FR"/>
        </a:p>
      </dgm:t>
    </dgm:pt>
    <dgm:pt modelId="{782722E4-E248-4AA2-A83D-264C726F364D}" type="sibTrans" cxnId="{F892D1FD-B405-4170-A779-F78CCC3415EB}">
      <dgm:prSet/>
      <dgm:spPr/>
      <dgm:t>
        <a:bodyPr/>
        <a:lstStyle/>
        <a:p>
          <a:endParaRPr lang="fr-FR"/>
        </a:p>
      </dgm:t>
    </dgm:pt>
    <dgm:pt modelId="{23FE8E17-7FDF-492A-A644-01616B52662B}" type="pres">
      <dgm:prSet presAssocID="{EEDA8BBE-FD36-431A-BC9E-195E83037E13}" presName="Name0" presStyleCnt="0">
        <dgm:presLayoutVars>
          <dgm:chMax val="4"/>
          <dgm:resizeHandles val="exact"/>
        </dgm:presLayoutVars>
      </dgm:prSet>
      <dgm:spPr/>
    </dgm:pt>
    <dgm:pt modelId="{1E5813E3-DF47-48E7-A31E-E3E95E3A6837}" type="pres">
      <dgm:prSet presAssocID="{EEDA8BBE-FD36-431A-BC9E-195E83037E13}" presName="ellipse" presStyleLbl="trBgShp" presStyleIdx="0" presStyleCnt="1"/>
      <dgm:spPr/>
    </dgm:pt>
    <dgm:pt modelId="{038AEA10-BC04-474D-8D61-B7256ECFDF1E}" type="pres">
      <dgm:prSet presAssocID="{EEDA8BBE-FD36-431A-BC9E-195E83037E13}" presName="arrow1" presStyleLbl="fgShp" presStyleIdx="0" presStyleCnt="1"/>
      <dgm:spPr/>
    </dgm:pt>
    <dgm:pt modelId="{6B5B2FFE-B76F-46BC-BBC9-65097A623586}" type="pres">
      <dgm:prSet presAssocID="{EEDA8BBE-FD36-431A-BC9E-195E83037E13}" presName="rectangle" presStyleLbl="revTx" presStyleIdx="0" presStyleCnt="1">
        <dgm:presLayoutVars>
          <dgm:bulletEnabled val="1"/>
        </dgm:presLayoutVars>
      </dgm:prSet>
      <dgm:spPr/>
    </dgm:pt>
    <dgm:pt modelId="{982545D6-1E58-440D-8D33-24C00C5AA71C}" type="pres">
      <dgm:prSet presAssocID="{E58A9C67-7F15-4B1E-9E55-2107F1BA9710}" presName="item1" presStyleLbl="node1" presStyleIdx="0" presStyleCnt="3">
        <dgm:presLayoutVars>
          <dgm:bulletEnabled val="1"/>
        </dgm:presLayoutVars>
      </dgm:prSet>
      <dgm:spPr/>
    </dgm:pt>
    <dgm:pt modelId="{18DCEA84-9C9F-4D58-864E-EDA99BD16489}" type="pres">
      <dgm:prSet presAssocID="{EC4F9FAB-4526-4D04-B4F9-17487CA1AC7A}" presName="item2" presStyleLbl="node1" presStyleIdx="1" presStyleCnt="3">
        <dgm:presLayoutVars>
          <dgm:bulletEnabled val="1"/>
        </dgm:presLayoutVars>
      </dgm:prSet>
      <dgm:spPr/>
    </dgm:pt>
    <dgm:pt modelId="{1BF29FEE-542A-4D8E-BB50-578C0D011595}" type="pres">
      <dgm:prSet presAssocID="{7B1CADBA-DB08-4A06-A544-D994F9B6B7AD}" presName="item3" presStyleLbl="node1" presStyleIdx="2" presStyleCnt="3">
        <dgm:presLayoutVars>
          <dgm:bulletEnabled val="1"/>
        </dgm:presLayoutVars>
      </dgm:prSet>
      <dgm:spPr/>
    </dgm:pt>
    <dgm:pt modelId="{0EDF1273-1B34-4CF6-904A-08BD49A6F2F0}" type="pres">
      <dgm:prSet presAssocID="{EEDA8BBE-FD36-431A-BC9E-195E83037E13}" presName="funnel" presStyleLbl="trAlignAcc1" presStyleIdx="0" presStyleCnt="1"/>
      <dgm:spPr/>
    </dgm:pt>
  </dgm:ptLst>
  <dgm:cxnLst>
    <dgm:cxn modelId="{73BD5C06-196E-437C-B4A0-82A86820FB47}" srcId="{EEDA8BBE-FD36-431A-BC9E-195E83037E13}" destId="{D7A9831C-3D84-4404-9E79-FF319F0CE3CD}" srcOrd="0" destOrd="0" parTransId="{520C6F1B-6674-42D3-AF04-568F6893C2A3}" sibTransId="{CBCDB0F2-A247-465E-B316-2D8B7560B09C}"/>
    <dgm:cxn modelId="{DF086D23-3E5E-4FAB-B8B3-036646B723DC}" type="presOf" srcId="{D7A9831C-3D84-4404-9E79-FF319F0CE3CD}" destId="{1BF29FEE-542A-4D8E-BB50-578C0D011595}" srcOrd="0" destOrd="0" presId="urn:microsoft.com/office/officeart/2005/8/layout/funnel1"/>
    <dgm:cxn modelId="{7AB8F94D-97E9-4550-8F80-E15A0FE57614}" srcId="{EEDA8BBE-FD36-431A-BC9E-195E83037E13}" destId="{EC4F9FAB-4526-4D04-B4F9-17487CA1AC7A}" srcOrd="2" destOrd="0" parTransId="{86D4D149-8345-46F0-9390-C04719CB0A7D}" sibTransId="{4DA58CE6-36DB-428F-8D24-7AC6461FD823}"/>
    <dgm:cxn modelId="{640C457C-2AC5-4281-ADEE-E1FB17ED93B4}" type="presOf" srcId="{EEDA8BBE-FD36-431A-BC9E-195E83037E13}" destId="{23FE8E17-7FDF-492A-A644-01616B52662B}" srcOrd="0" destOrd="0" presId="urn:microsoft.com/office/officeart/2005/8/layout/funnel1"/>
    <dgm:cxn modelId="{99A6C9A3-99A5-428A-8413-443FD722DFD6}" srcId="{EEDA8BBE-FD36-431A-BC9E-195E83037E13}" destId="{E58A9C67-7F15-4B1E-9E55-2107F1BA9710}" srcOrd="1" destOrd="0" parTransId="{2D77A50A-7AAB-41F8-BEDB-325F561E4276}" sibTransId="{55A304F2-2F45-4E52-93B2-798BA0B11C82}"/>
    <dgm:cxn modelId="{66FE41AC-D64B-4877-ACFB-B150D010B289}" type="presOf" srcId="{7B1CADBA-DB08-4A06-A544-D994F9B6B7AD}" destId="{6B5B2FFE-B76F-46BC-BBC9-65097A623586}" srcOrd="0" destOrd="0" presId="urn:microsoft.com/office/officeart/2005/8/layout/funnel1"/>
    <dgm:cxn modelId="{D0F090B0-76D8-4C1D-A51A-570D84FABAF1}" type="presOf" srcId="{EC4F9FAB-4526-4D04-B4F9-17487CA1AC7A}" destId="{982545D6-1E58-440D-8D33-24C00C5AA71C}" srcOrd="0" destOrd="0" presId="urn:microsoft.com/office/officeart/2005/8/layout/funnel1"/>
    <dgm:cxn modelId="{E51F62D4-77A6-497A-BE6C-E1E2CB52FA68}" type="presOf" srcId="{E58A9C67-7F15-4B1E-9E55-2107F1BA9710}" destId="{18DCEA84-9C9F-4D58-864E-EDA99BD16489}" srcOrd="0" destOrd="0" presId="urn:microsoft.com/office/officeart/2005/8/layout/funnel1"/>
    <dgm:cxn modelId="{F892D1FD-B405-4170-A779-F78CCC3415EB}" srcId="{EEDA8BBE-FD36-431A-BC9E-195E83037E13}" destId="{7B1CADBA-DB08-4A06-A544-D994F9B6B7AD}" srcOrd="3" destOrd="0" parTransId="{09B4A48E-6F64-4501-841D-DD5ACE411260}" sibTransId="{782722E4-E248-4AA2-A83D-264C726F364D}"/>
    <dgm:cxn modelId="{BEED7D1B-FC01-4BD3-AC83-6AD1F370DF5B}" type="presParOf" srcId="{23FE8E17-7FDF-492A-A644-01616B52662B}" destId="{1E5813E3-DF47-48E7-A31E-E3E95E3A6837}" srcOrd="0" destOrd="0" presId="urn:microsoft.com/office/officeart/2005/8/layout/funnel1"/>
    <dgm:cxn modelId="{151F28FE-C5EA-4895-AD68-B4A089938D75}" type="presParOf" srcId="{23FE8E17-7FDF-492A-A644-01616B52662B}" destId="{038AEA10-BC04-474D-8D61-B7256ECFDF1E}" srcOrd="1" destOrd="0" presId="urn:microsoft.com/office/officeart/2005/8/layout/funnel1"/>
    <dgm:cxn modelId="{1CD110A6-A164-4F49-BAE2-3286D35F8837}" type="presParOf" srcId="{23FE8E17-7FDF-492A-A644-01616B52662B}" destId="{6B5B2FFE-B76F-46BC-BBC9-65097A623586}" srcOrd="2" destOrd="0" presId="urn:microsoft.com/office/officeart/2005/8/layout/funnel1"/>
    <dgm:cxn modelId="{15510A23-A80A-4E7B-842B-932DC00F83DB}" type="presParOf" srcId="{23FE8E17-7FDF-492A-A644-01616B52662B}" destId="{982545D6-1E58-440D-8D33-24C00C5AA71C}" srcOrd="3" destOrd="0" presId="urn:microsoft.com/office/officeart/2005/8/layout/funnel1"/>
    <dgm:cxn modelId="{31CC050E-E04A-430D-A877-06AB052C0437}" type="presParOf" srcId="{23FE8E17-7FDF-492A-A644-01616B52662B}" destId="{18DCEA84-9C9F-4D58-864E-EDA99BD16489}" srcOrd="4" destOrd="0" presId="urn:microsoft.com/office/officeart/2005/8/layout/funnel1"/>
    <dgm:cxn modelId="{AB7AD964-3BCE-4250-B627-05BA046B1061}" type="presParOf" srcId="{23FE8E17-7FDF-492A-A644-01616B52662B}" destId="{1BF29FEE-542A-4D8E-BB50-578C0D011595}" srcOrd="5" destOrd="0" presId="urn:microsoft.com/office/officeart/2005/8/layout/funnel1"/>
    <dgm:cxn modelId="{2C1E87D1-E65B-4675-9C70-2C05B7180C7E}" type="presParOf" srcId="{23FE8E17-7FDF-492A-A644-01616B52662B}" destId="{0EDF1273-1B34-4CF6-904A-08BD49A6F2F0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46D4CCD-9346-49A3-A5B1-4A9453B18381}" type="doc">
      <dgm:prSet loTypeId="urn:microsoft.com/office/officeart/2005/8/layout/hProcess9" loCatId="process" qsTypeId="urn:microsoft.com/office/officeart/2005/8/quickstyle/simple1" qsCatId="simple" csTypeId="urn:microsoft.com/office/officeart/2005/8/colors/colorful5" csCatId="colorful" phldr="1"/>
      <dgm:spPr/>
    </dgm:pt>
    <dgm:pt modelId="{D22691D4-4E0A-4B23-B3C1-9B92F4D2FD3B}">
      <dgm:prSet phldrT="[Texte]"/>
      <dgm:spPr/>
      <dgm:t>
        <a:bodyPr/>
        <a:lstStyle/>
        <a:p>
          <a:r>
            <a:rPr lang="fr-FR" dirty="0"/>
            <a:t>Projet complexe</a:t>
          </a:r>
        </a:p>
      </dgm:t>
    </dgm:pt>
    <dgm:pt modelId="{A08DB6E7-B39C-44C1-9452-69F4D1680016}" type="parTrans" cxnId="{68E56BEF-68BB-411C-9F52-C9FBCFA0C15D}">
      <dgm:prSet/>
      <dgm:spPr/>
      <dgm:t>
        <a:bodyPr/>
        <a:lstStyle/>
        <a:p>
          <a:endParaRPr lang="fr-FR"/>
        </a:p>
      </dgm:t>
    </dgm:pt>
    <dgm:pt modelId="{C6CCA8F2-AD95-47D5-A999-82FD0F374143}" type="sibTrans" cxnId="{68E56BEF-68BB-411C-9F52-C9FBCFA0C15D}">
      <dgm:prSet/>
      <dgm:spPr/>
      <dgm:t>
        <a:bodyPr/>
        <a:lstStyle/>
        <a:p>
          <a:endParaRPr lang="fr-FR"/>
        </a:p>
      </dgm:t>
    </dgm:pt>
    <dgm:pt modelId="{2EF3CCC4-53B0-41BA-993D-168C67606E6D}">
      <dgm:prSet phldrT="[Texte]"/>
      <dgm:spPr/>
      <dgm:t>
        <a:bodyPr/>
        <a:lstStyle/>
        <a:p>
          <a:r>
            <a:rPr lang="fr-FR" dirty="0"/>
            <a:t>Autonomie / gestion d’imprévus</a:t>
          </a:r>
        </a:p>
      </dgm:t>
    </dgm:pt>
    <dgm:pt modelId="{197863CA-64D6-4B06-9BB4-282872FF9B3A}" type="parTrans" cxnId="{EC1E166B-F877-4ADB-B194-B0451B2821A9}">
      <dgm:prSet/>
      <dgm:spPr/>
      <dgm:t>
        <a:bodyPr/>
        <a:lstStyle/>
        <a:p>
          <a:endParaRPr lang="fr-FR"/>
        </a:p>
      </dgm:t>
    </dgm:pt>
    <dgm:pt modelId="{0A173CDB-86E0-4269-9E0A-7080A0FC3D0F}" type="sibTrans" cxnId="{EC1E166B-F877-4ADB-B194-B0451B2821A9}">
      <dgm:prSet/>
      <dgm:spPr/>
      <dgm:t>
        <a:bodyPr/>
        <a:lstStyle/>
        <a:p>
          <a:endParaRPr lang="fr-FR"/>
        </a:p>
      </dgm:t>
    </dgm:pt>
    <dgm:pt modelId="{012ADD7B-F828-4AD6-A310-7931870DC664}">
      <dgm:prSet phldrT="[Texte]"/>
      <dgm:spPr/>
      <dgm:t>
        <a:bodyPr/>
        <a:lstStyle/>
        <a:p>
          <a:r>
            <a:rPr lang="fr-FR" dirty="0"/>
            <a:t>Direction technique et managérial</a:t>
          </a:r>
        </a:p>
      </dgm:t>
    </dgm:pt>
    <dgm:pt modelId="{3CFAC7C9-1C9D-4E1C-BAE8-FC066DD788A1}" type="parTrans" cxnId="{267C5E7C-0160-422F-A1FE-1E9C281C2878}">
      <dgm:prSet/>
      <dgm:spPr/>
      <dgm:t>
        <a:bodyPr/>
        <a:lstStyle/>
        <a:p>
          <a:endParaRPr lang="fr-FR"/>
        </a:p>
      </dgm:t>
    </dgm:pt>
    <dgm:pt modelId="{1EF00D9E-B1D6-4134-9A36-A18E2C6D8242}" type="sibTrans" cxnId="{267C5E7C-0160-422F-A1FE-1E9C281C2878}">
      <dgm:prSet/>
      <dgm:spPr/>
      <dgm:t>
        <a:bodyPr/>
        <a:lstStyle/>
        <a:p>
          <a:endParaRPr lang="fr-FR"/>
        </a:p>
      </dgm:t>
    </dgm:pt>
    <dgm:pt modelId="{B183187C-4FB4-42E7-8F8E-383263B72F98}">
      <dgm:prSet phldrT="[Texte]"/>
      <dgm:spPr/>
      <dgm:t>
        <a:bodyPr/>
        <a:lstStyle/>
        <a:p>
          <a:r>
            <a:rPr lang="fr-FR" dirty="0"/>
            <a:t>Chef de projet / consultant</a:t>
          </a:r>
        </a:p>
      </dgm:t>
    </dgm:pt>
    <dgm:pt modelId="{610E36CC-3404-4AB7-9672-5CF387F5781E}" type="parTrans" cxnId="{236CC4A5-9788-480B-A293-DCC051E8BC7D}">
      <dgm:prSet/>
      <dgm:spPr/>
      <dgm:t>
        <a:bodyPr/>
        <a:lstStyle/>
        <a:p>
          <a:endParaRPr lang="fr-FR"/>
        </a:p>
      </dgm:t>
    </dgm:pt>
    <dgm:pt modelId="{85065C89-2165-4513-B79F-AC4D57103438}" type="sibTrans" cxnId="{236CC4A5-9788-480B-A293-DCC051E8BC7D}">
      <dgm:prSet/>
      <dgm:spPr/>
      <dgm:t>
        <a:bodyPr/>
        <a:lstStyle/>
        <a:p>
          <a:endParaRPr lang="fr-FR"/>
        </a:p>
      </dgm:t>
    </dgm:pt>
    <dgm:pt modelId="{2E86F9A7-5E76-4069-87A3-296A627C9E4C}" type="pres">
      <dgm:prSet presAssocID="{F46D4CCD-9346-49A3-A5B1-4A9453B18381}" presName="CompostProcess" presStyleCnt="0">
        <dgm:presLayoutVars>
          <dgm:dir/>
          <dgm:resizeHandles val="exact"/>
        </dgm:presLayoutVars>
      </dgm:prSet>
      <dgm:spPr/>
    </dgm:pt>
    <dgm:pt modelId="{A170DDCE-FF89-4273-95EC-DB4E5E14FAF7}" type="pres">
      <dgm:prSet presAssocID="{F46D4CCD-9346-49A3-A5B1-4A9453B18381}" presName="arrow" presStyleLbl="bgShp" presStyleIdx="0" presStyleCnt="1"/>
      <dgm:spPr/>
    </dgm:pt>
    <dgm:pt modelId="{03E600E7-C6D2-4EFD-BB8A-73EBEA715948}" type="pres">
      <dgm:prSet presAssocID="{F46D4CCD-9346-49A3-A5B1-4A9453B18381}" presName="linearProcess" presStyleCnt="0"/>
      <dgm:spPr/>
    </dgm:pt>
    <dgm:pt modelId="{4A4947EA-75C1-47CB-BC09-4F98ED2B4B69}" type="pres">
      <dgm:prSet presAssocID="{D22691D4-4E0A-4B23-B3C1-9B92F4D2FD3B}" presName="textNode" presStyleLbl="node1" presStyleIdx="0" presStyleCnt="4">
        <dgm:presLayoutVars>
          <dgm:bulletEnabled val="1"/>
        </dgm:presLayoutVars>
      </dgm:prSet>
      <dgm:spPr/>
    </dgm:pt>
    <dgm:pt modelId="{C7224CC6-FD9B-443E-92F6-FDB4BA8B9FFC}" type="pres">
      <dgm:prSet presAssocID="{C6CCA8F2-AD95-47D5-A999-82FD0F374143}" presName="sibTrans" presStyleCnt="0"/>
      <dgm:spPr/>
    </dgm:pt>
    <dgm:pt modelId="{73B6C3C9-B533-4587-9652-0C2FAC03165C}" type="pres">
      <dgm:prSet presAssocID="{2EF3CCC4-53B0-41BA-993D-168C67606E6D}" presName="textNode" presStyleLbl="node1" presStyleIdx="1" presStyleCnt="4">
        <dgm:presLayoutVars>
          <dgm:bulletEnabled val="1"/>
        </dgm:presLayoutVars>
      </dgm:prSet>
      <dgm:spPr/>
    </dgm:pt>
    <dgm:pt modelId="{EC294A27-A2DF-457D-912D-7E8610395450}" type="pres">
      <dgm:prSet presAssocID="{0A173CDB-86E0-4269-9E0A-7080A0FC3D0F}" presName="sibTrans" presStyleCnt="0"/>
      <dgm:spPr/>
    </dgm:pt>
    <dgm:pt modelId="{083B5D2D-C130-4B29-8A65-A3D523C023A8}" type="pres">
      <dgm:prSet presAssocID="{012ADD7B-F828-4AD6-A310-7931870DC664}" presName="textNode" presStyleLbl="node1" presStyleIdx="2" presStyleCnt="4">
        <dgm:presLayoutVars>
          <dgm:bulletEnabled val="1"/>
        </dgm:presLayoutVars>
      </dgm:prSet>
      <dgm:spPr/>
    </dgm:pt>
    <dgm:pt modelId="{3388CBAA-BD6D-4357-ABD9-D90B09A32D9A}" type="pres">
      <dgm:prSet presAssocID="{1EF00D9E-B1D6-4134-9A36-A18E2C6D8242}" presName="sibTrans" presStyleCnt="0"/>
      <dgm:spPr/>
    </dgm:pt>
    <dgm:pt modelId="{B2BC7C9F-6DD6-4187-8E2D-E73782C3E7A5}" type="pres">
      <dgm:prSet presAssocID="{B183187C-4FB4-42E7-8F8E-383263B72F98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45EE7C20-FFBB-4D72-AE3C-C6998B6495BC}" type="presOf" srcId="{F46D4CCD-9346-49A3-A5B1-4A9453B18381}" destId="{2E86F9A7-5E76-4069-87A3-296A627C9E4C}" srcOrd="0" destOrd="0" presId="urn:microsoft.com/office/officeart/2005/8/layout/hProcess9"/>
    <dgm:cxn modelId="{914EF15F-282A-49C8-A989-7CEB001D78EE}" type="presOf" srcId="{012ADD7B-F828-4AD6-A310-7931870DC664}" destId="{083B5D2D-C130-4B29-8A65-A3D523C023A8}" srcOrd="0" destOrd="0" presId="urn:microsoft.com/office/officeart/2005/8/layout/hProcess9"/>
    <dgm:cxn modelId="{EC1E166B-F877-4ADB-B194-B0451B2821A9}" srcId="{F46D4CCD-9346-49A3-A5B1-4A9453B18381}" destId="{2EF3CCC4-53B0-41BA-993D-168C67606E6D}" srcOrd="1" destOrd="0" parTransId="{197863CA-64D6-4B06-9BB4-282872FF9B3A}" sibTransId="{0A173CDB-86E0-4269-9E0A-7080A0FC3D0F}"/>
    <dgm:cxn modelId="{267C5E7C-0160-422F-A1FE-1E9C281C2878}" srcId="{F46D4CCD-9346-49A3-A5B1-4A9453B18381}" destId="{012ADD7B-F828-4AD6-A310-7931870DC664}" srcOrd="2" destOrd="0" parTransId="{3CFAC7C9-1C9D-4E1C-BAE8-FC066DD788A1}" sibTransId="{1EF00D9E-B1D6-4134-9A36-A18E2C6D8242}"/>
    <dgm:cxn modelId="{55397DA3-C06B-466B-8861-40CC828E1DE1}" type="presOf" srcId="{2EF3CCC4-53B0-41BA-993D-168C67606E6D}" destId="{73B6C3C9-B533-4587-9652-0C2FAC03165C}" srcOrd="0" destOrd="0" presId="urn:microsoft.com/office/officeart/2005/8/layout/hProcess9"/>
    <dgm:cxn modelId="{236CC4A5-9788-480B-A293-DCC051E8BC7D}" srcId="{F46D4CCD-9346-49A3-A5B1-4A9453B18381}" destId="{B183187C-4FB4-42E7-8F8E-383263B72F98}" srcOrd="3" destOrd="0" parTransId="{610E36CC-3404-4AB7-9672-5CF387F5781E}" sibTransId="{85065C89-2165-4513-B79F-AC4D57103438}"/>
    <dgm:cxn modelId="{68E56BEF-68BB-411C-9F52-C9FBCFA0C15D}" srcId="{F46D4CCD-9346-49A3-A5B1-4A9453B18381}" destId="{D22691D4-4E0A-4B23-B3C1-9B92F4D2FD3B}" srcOrd="0" destOrd="0" parTransId="{A08DB6E7-B39C-44C1-9452-69F4D1680016}" sibTransId="{C6CCA8F2-AD95-47D5-A999-82FD0F374143}"/>
    <dgm:cxn modelId="{AACA6BF4-0285-4753-A3ED-717DFBEFED33}" type="presOf" srcId="{D22691D4-4E0A-4B23-B3C1-9B92F4D2FD3B}" destId="{4A4947EA-75C1-47CB-BC09-4F98ED2B4B69}" srcOrd="0" destOrd="0" presId="urn:microsoft.com/office/officeart/2005/8/layout/hProcess9"/>
    <dgm:cxn modelId="{5776BDFC-5AFC-4D67-87B7-BF0E1BE1CE90}" type="presOf" srcId="{B183187C-4FB4-42E7-8F8E-383263B72F98}" destId="{B2BC7C9F-6DD6-4187-8E2D-E73782C3E7A5}" srcOrd="0" destOrd="0" presId="urn:microsoft.com/office/officeart/2005/8/layout/hProcess9"/>
    <dgm:cxn modelId="{BC583728-69A8-4E55-B327-8B7CFD779A0C}" type="presParOf" srcId="{2E86F9A7-5E76-4069-87A3-296A627C9E4C}" destId="{A170DDCE-FF89-4273-95EC-DB4E5E14FAF7}" srcOrd="0" destOrd="0" presId="urn:microsoft.com/office/officeart/2005/8/layout/hProcess9"/>
    <dgm:cxn modelId="{7D121EFB-8966-4112-AC90-35ECF4E40BD0}" type="presParOf" srcId="{2E86F9A7-5E76-4069-87A3-296A627C9E4C}" destId="{03E600E7-C6D2-4EFD-BB8A-73EBEA715948}" srcOrd="1" destOrd="0" presId="urn:microsoft.com/office/officeart/2005/8/layout/hProcess9"/>
    <dgm:cxn modelId="{4256372E-391D-4095-AF5A-F8E08B8198FA}" type="presParOf" srcId="{03E600E7-C6D2-4EFD-BB8A-73EBEA715948}" destId="{4A4947EA-75C1-47CB-BC09-4F98ED2B4B69}" srcOrd="0" destOrd="0" presId="urn:microsoft.com/office/officeart/2005/8/layout/hProcess9"/>
    <dgm:cxn modelId="{30F99333-4EDC-458E-B732-4665837B7C32}" type="presParOf" srcId="{03E600E7-C6D2-4EFD-BB8A-73EBEA715948}" destId="{C7224CC6-FD9B-443E-92F6-FDB4BA8B9FFC}" srcOrd="1" destOrd="0" presId="urn:microsoft.com/office/officeart/2005/8/layout/hProcess9"/>
    <dgm:cxn modelId="{8A2C9207-5DEF-41C7-9989-197099647B76}" type="presParOf" srcId="{03E600E7-C6D2-4EFD-BB8A-73EBEA715948}" destId="{73B6C3C9-B533-4587-9652-0C2FAC03165C}" srcOrd="2" destOrd="0" presId="urn:microsoft.com/office/officeart/2005/8/layout/hProcess9"/>
    <dgm:cxn modelId="{D4F54C8D-E581-4A3C-BB81-E5F0FCDC3795}" type="presParOf" srcId="{03E600E7-C6D2-4EFD-BB8A-73EBEA715948}" destId="{EC294A27-A2DF-457D-912D-7E8610395450}" srcOrd="3" destOrd="0" presId="urn:microsoft.com/office/officeart/2005/8/layout/hProcess9"/>
    <dgm:cxn modelId="{96A1A364-51E1-49DE-9C35-A4FACDBECAA4}" type="presParOf" srcId="{03E600E7-C6D2-4EFD-BB8A-73EBEA715948}" destId="{083B5D2D-C130-4B29-8A65-A3D523C023A8}" srcOrd="4" destOrd="0" presId="urn:microsoft.com/office/officeart/2005/8/layout/hProcess9"/>
    <dgm:cxn modelId="{78B287DB-6CBD-4DC7-9532-37F3B71BE1E3}" type="presParOf" srcId="{03E600E7-C6D2-4EFD-BB8A-73EBEA715948}" destId="{3388CBAA-BD6D-4357-ABD9-D90B09A32D9A}" srcOrd="5" destOrd="0" presId="urn:microsoft.com/office/officeart/2005/8/layout/hProcess9"/>
    <dgm:cxn modelId="{76369070-19C5-4FD9-A139-3BF793B28FB8}" type="presParOf" srcId="{03E600E7-C6D2-4EFD-BB8A-73EBEA715948}" destId="{B2BC7C9F-6DD6-4187-8E2D-E73782C3E7A5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B4BE77-FEBB-4F00-8634-EF0B2F29F0FC}">
      <dsp:nvSpPr>
        <dsp:cNvPr id="0" name=""/>
        <dsp:cNvSpPr/>
      </dsp:nvSpPr>
      <dsp:spPr>
        <a:xfrm>
          <a:off x="2539592" y="0"/>
          <a:ext cx="2539592" cy="2080351"/>
        </a:xfrm>
        <a:prstGeom prst="trapezoid">
          <a:avLst>
            <a:gd name="adj" fmla="val 61038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kern="1200" dirty="0">
              <a:solidFill>
                <a:schemeClr val="tx1"/>
              </a:solidFill>
            </a:rPr>
            <a:t>Intelligence collective</a:t>
          </a:r>
        </a:p>
      </dsp:txBody>
      <dsp:txXfrm>
        <a:off x="2539592" y="0"/>
        <a:ext cx="2539592" cy="2080351"/>
      </dsp:txXfrm>
    </dsp:sp>
    <dsp:sp modelId="{5921371B-85D5-4E18-90E3-BA3CCCCA87C3}">
      <dsp:nvSpPr>
        <dsp:cNvPr id="0" name=""/>
        <dsp:cNvSpPr/>
      </dsp:nvSpPr>
      <dsp:spPr>
        <a:xfrm>
          <a:off x="1269796" y="2080351"/>
          <a:ext cx="5079185" cy="2080351"/>
        </a:xfrm>
        <a:prstGeom prst="trapezoid">
          <a:avLst>
            <a:gd name="adj" fmla="val 61038"/>
          </a:avLst>
        </a:prstGeom>
        <a:gradFill rotWithShape="0">
          <a:gsLst>
            <a:gs pos="0">
              <a:schemeClr val="accent5">
                <a:hueOff val="180003"/>
                <a:satOff val="4346"/>
                <a:lumOff val="-209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80003"/>
                <a:satOff val="4346"/>
                <a:lumOff val="-209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80003"/>
                <a:satOff val="4346"/>
                <a:lumOff val="-209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kern="1200" dirty="0"/>
            <a:t>Problème -solution</a:t>
          </a:r>
        </a:p>
      </dsp:txBody>
      <dsp:txXfrm>
        <a:off x="2158653" y="2080351"/>
        <a:ext cx="3301470" cy="2080351"/>
      </dsp:txXfrm>
    </dsp:sp>
    <dsp:sp modelId="{9D26AAEE-5595-498D-A025-B75E1C86AEBD}">
      <dsp:nvSpPr>
        <dsp:cNvPr id="0" name=""/>
        <dsp:cNvSpPr/>
      </dsp:nvSpPr>
      <dsp:spPr>
        <a:xfrm>
          <a:off x="0" y="4160703"/>
          <a:ext cx="7618778" cy="2080351"/>
        </a:xfrm>
        <a:prstGeom prst="trapezoid">
          <a:avLst>
            <a:gd name="adj" fmla="val 61038"/>
          </a:avLst>
        </a:prstGeom>
        <a:gradFill rotWithShape="0">
          <a:gsLst>
            <a:gs pos="0">
              <a:schemeClr val="accent5">
                <a:hueOff val="360006"/>
                <a:satOff val="8692"/>
                <a:lumOff val="-4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360006"/>
                <a:satOff val="8692"/>
                <a:lumOff val="-4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360006"/>
                <a:satOff val="8692"/>
                <a:lumOff val="-4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200" kern="1200" dirty="0"/>
            <a:t>Gestion des données industrielles</a:t>
          </a:r>
        </a:p>
      </dsp:txBody>
      <dsp:txXfrm>
        <a:off x="1333286" y="4160703"/>
        <a:ext cx="4952205" cy="20803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C6486C-C567-48F9-9C11-EDC2D710B454}">
      <dsp:nvSpPr>
        <dsp:cNvPr id="0" name=""/>
        <dsp:cNvSpPr/>
      </dsp:nvSpPr>
      <dsp:spPr>
        <a:xfrm>
          <a:off x="3793066" y="2438400"/>
          <a:ext cx="2980266" cy="2980266"/>
        </a:xfrm>
        <a:prstGeom prst="gear9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500" kern="1200" dirty="0"/>
            <a:t>KMAP</a:t>
          </a:r>
        </a:p>
      </dsp:txBody>
      <dsp:txXfrm>
        <a:off x="4392232" y="3136513"/>
        <a:ext cx="1781934" cy="1531918"/>
      </dsp:txXfrm>
    </dsp:sp>
    <dsp:sp modelId="{4067449A-4FBD-4AE7-AED9-844DFFAEDAF5}">
      <dsp:nvSpPr>
        <dsp:cNvPr id="0" name=""/>
        <dsp:cNvSpPr/>
      </dsp:nvSpPr>
      <dsp:spPr>
        <a:xfrm>
          <a:off x="2059093" y="1733973"/>
          <a:ext cx="2167466" cy="2167466"/>
        </a:xfrm>
        <a:prstGeom prst="gear6">
          <a:avLst/>
        </a:prstGeom>
        <a:gradFill rotWithShape="0">
          <a:gsLst>
            <a:gs pos="0">
              <a:schemeClr val="accent5">
                <a:hueOff val="180003"/>
                <a:satOff val="4346"/>
                <a:lumOff val="-209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80003"/>
                <a:satOff val="4346"/>
                <a:lumOff val="-209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80003"/>
                <a:satOff val="4346"/>
                <a:lumOff val="-209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500" kern="1200" dirty="0"/>
            <a:t>IOT</a:t>
          </a:r>
        </a:p>
      </dsp:txBody>
      <dsp:txXfrm>
        <a:off x="2604759" y="2282937"/>
        <a:ext cx="1076134" cy="1069538"/>
      </dsp:txXfrm>
    </dsp:sp>
    <dsp:sp modelId="{63923C3A-E989-41AF-989F-47EBB6B46495}">
      <dsp:nvSpPr>
        <dsp:cNvPr id="0" name=""/>
        <dsp:cNvSpPr/>
      </dsp:nvSpPr>
      <dsp:spPr>
        <a:xfrm rot="20700000">
          <a:off x="3183658" y="262607"/>
          <a:ext cx="2302550" cy="2075745"/>
        </a:xfrm>
        <a:prstGeom prst="gear6">
          <a:avLst/>
        </a:prstGeom>
        <a:gradFill rotWithShape="0">
          <a:gsLst>
            <a:gs pos="0">
              <a:schemeClr val="accent5">
                <a:hueOff val="360006"/>
                <a:satOff val="8692"/>
                <a:lumOff val="-4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360006"/>
                <a:satOff val="8692"/>
                <a:lumOff val="-4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360006"/>
                <a:satOff val="8692"/>
                <a:lumOff val="-4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4500" kern="1200" dirty="0"/>
            <a:t>RAG</a:t>
          </a:r>
        </a:p>
      </dsp:txBody>
      <dsp:txXfrm rot="-20700000">
        <a:off x="3702127" y="704426"/>
        <a:ext cx="1265612" cy="1192106"/>
      </dsp:txXfrm>
    </dsp:sp>
    <dsp:sp modelId="{604B159C-E522-401E-A938-8303A9E48A30}">
      <dsp:nvSpPr>
        <dsp:cNvPr id="0" name=""/>
        <dsp:cNvSpPr/>
      </dsp:nvSpPr>
      <dsp:spPr>
        <a:xfrm>
          <a:off x="3577577" y="1980864"/>
          <a:ext cx="3814741" cy="3814741"/>
        </a:xfrm>
        <a:prstGeom prst="circularArrow">
          <a:avLst>
            <a:gd name="adj1" fmla="val 4688"/>
            <a:gd name="adj2" fmla="val 299029"/>
            <a:gd name="adj3" fmla="val 2539295"/>
            <a:gd name="adj4" fmla="val 15812321"/>
            <a:gd name="adj5" fmla="val 5469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E7D35AD-FDE1-404E-8552-1EFDBACEBF72}">
      <dsp:nvSpPr>
        <dsp:cNvPr id="0" name=""/>
        <dsp:cNvSpPr/>
      </dsp:nvSpPr>
      <dsp:spPr>
        <a:xfrm>
          <a:off x="1675238" y="1249140"/>
          <a:ext cx="2771648" cy="2771648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gradFill rotWithShape="0">
          <a:gsLst>
            <a:gs pos="0">
              <a:schemeClr val="accent5">
                <a:hueOff val="180003"/>
                <a:satOff val="4346"/>
                <a:lumOff val="-2098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80003"/>
                <a:satOff val="4346"/>
                <a:lumOff val="-2098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80003"/>
                <a:satOff val="4346"/>
                <a:lumOff val="-2098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28A0880-9290-4B40-AFC9-EBAB99EE07F3}">
      <dsp:nvSpPr>
        <dsp:cNvPr id="0" name=""/>
        <dsp:cNvSpPr/>
      </dsp:nvSpPr>
      <dsp:spPr>
        <a:xfrm>
          <a:off x="2781867" y="-231776"/>
          <a:ext cx="2988394" cy="2988394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gradFill rotWithShape="0">
          <a:gsLst>
            <a:gs pos="0">
              <a:schemeClr val="accent5">
                <a:hueOff val="360006"/>
                <a:satOff val="8692"/>
                <a:lumOff val="-4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360006"/>
                <a:satOff val="8692"/>
                <a:lumOff val="-4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360006"/>
                <a:satOff val="8692"/>
                <a:lumOff val="-4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9DB423-EB0B-42CD-99A5-ED17CB3D79B5}">
      <dsp:nvSpPr>
        <dsp:cNvPr id="0" name=""/>
        <dsp:cNvSpPr/>
      </dsp:nvSpPr>
      <dsp:spPr>
        <a:xfrm>
          <a:off x="933" y="0"/>
          <a:ext cx="2426518" cy="5208765"/>
        </a:xfrm>
        <a:prstGeom prst="roundRect">
          <a:avLst>
            <a:gd name="adj" fmla="val 10000"/>
          </a:avLst>
        </a:prstGeom>
        <a:solidFill>
          <a:srgbClr val="FBCFCF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 dirty="0"/>
            <a:t>Problème stratégique</a:t>
          </a:r>
        </a:p>
      </dsp:txBody>
      <dsp:txXfrm>
        <a:off x="933" y="0"/>
        <a:ext cx="2426518" cy="1562629"/>
      </dsp:txXfrm>
    </dsp:sp>
    <dsp:sp modelId="{3945518A-646B-4900-AD7C-06FD5F77672E}">
      <dsp:nvSpPr>
        <dsp:cNvPr id="0" name=""/>
        <dsp:cNvSpPr/>
      </dsp:nvSpPr>
      <dsp:spPr>
        <a:xfrm>
          <a:off x="243585" y="1564155"/>
          <a:ext cx="1941214" cy="15705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Fin de vie en décembre 2021</a:t>
          </a:r>
        </a:p>
      </dsp:txBody>
      <dsp:txXfrm>
        <a:off x="289584" y="1610154"/>
        <a:ext cx="1849216" cy="1478515"/>
      </dsp:txXfrm>
    </dsp:sp>
    <dsp:sp modelId="{F6A38D92-FCAE-41AD-8E54-C5CC72341466}">
      <dsp:nvSpPr>
        <dsp:cNvPr id="0" name=""/>
        <dsp:cNvSpPr/>
      </dsp:nvSpPr>
      <dsp:spPr>
        <a:xfrm>
          <a:off x="243585" y="3376286"/>
          <a:ext cx="1941214" cy="15705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72001"/>
                <a:satOff val="1738"/>
                <a:lumOff val="-839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72001"/>
                <a:satOff val="1738"/>
                <a:lumOff val="-839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72001"/>
                <a:satOff val="1738"/>
                <a:lumOff val="-839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Forte dépendance </a:t>
          </a:r>
        </a:p>
      </dsp:txBody>
      <dsp:txXfrm>
        <a:off x="289584" y="3422285"/>
        <a:ext cx="1849216" cy="1478515"/>
      </dsp:txXfrm>
    </dsp:sp>
    <dsp:sp modelId="{D92489B4-0A80-473D-A0AF-CA676889B937}">
      <dsp:nvSpPr>
        <dsp:cNvPr id="0" name=""/>
        <dsp:cNvSpPr/>
      </dsp:nvSpPr>
      <dsp:spPr>
        <a:xfrm>
          <a:off x="2609440" y="0"/>
          <a:ext cx="2426518" cy="5208765"/>
        </a:xfrm>
        <a:prstGeom prst="roundRect">
          <a:avLst>
            <a:gd name="adj" fmla="val 10000"/>
          </a:avLst>
        </a:prstGeom>
        <a:solidFill>
          <a:srgbClr val="F7C79B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 dirty="0"/>
            <a:t>Problème technique</a:t>
          </a:r>
        </a:p>
      </dsp:txBody>
      <dsp:txXfrm>
        <a:off x="2609440" y="0"/>
        <a:ext cx="2426518" cy="1562629"/>
      </dsp:txXfrm>
    </dsp:sp>
    <dsp:sp modelId="{5ACEF36B-4DAB-4C7F-899F-B348691578C9}">
      <dsp:nvSpPr>
        <dsp:cNvPr id="0" name=""/>
        <dsp:cNvSpPr/>
      </dsp:nvSpPr>
      <dsp:spPr>
        <a:xfrm>
          <a:off x="2852092" y="1564155"/>
          <a:ext cx="1941214" cy="15705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144003"/>
                <a:satOff val="3477"/>
                <a:lumOff val="-167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44003"/>
                <a:satOff val="3477"/>
                <a:lumOff val="-167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44003"/>
                <a:satOff val="3477"/>
                <a:lumOff val="-167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Faille de sécurité </a:t>
          </a:r>
        </a:p>
      </dsp:txBody>
      <dsp:txXfrm>
        <a:off x="2898091" y="1610154"/>
        <a:ext cx="1849216" cy="1478515"/>
      </dsp:txXfrm>
    </dsp:sp>
    <dsp:sp modelId="{954B730F-2B7A-4C66-92BD-D045A8D499DB}">
      <dsp:nvSpPr>
        <dsp:cNvPr id="0" name=""/>
        <dsp:cNvSpPr/>
      </dsp:nvSpPr>
      <dsp:spPr>
        <a:xfrm>
          <a:off x="2852092" y="3376286"/>
          <a:ext cx="1941214" cy="15705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216004"/>
                <a:satOff val="5215"/>
                <a:lumOff val="-2517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216004"/>
                <a:satOff val="5215"/>
                <a:lumOff val="-2517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216004"/>
                <a:satOff val="5215"/>
                <a:lumOff val="-2517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Obsolescence des librairies</a:t>
          </a:r>
        </a:p>
      </dsp:txBody>
      <dsp:txXfrm>
        <a:off x="2898091" y="3422285"/>
        <a:ext cx="1849216" cy="1478515"/>
      </dsp:txXfrm>
    </dsp:sp>
    <dsp:sp modelId="{E2B65EB2-0B81-43B6-B844-B15907E99A84}">
      <dsp:nvSpPr>
        <dsp:cNvPr id="0" name=""/>
        <dsp:cNvSpPr/>
      </dsp:nvSpPr>
      <dsp:spPr>
        <a:xfrm>
          <a:off x="5218881" y="0"/>
          <a:ext cx="2426518" cy="5208765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 dirty="0"/>
            <a:t>Impact managérial</a:t>
          </a:r>
        </a:p>
      </dsp:txBody>
      <dsp:txXfrm>
        <a:off x="5218881" y="0"/>
        <a:ext cx="2426518" cy="1562629"/>
      </dsp:txXfrm>
    </dsp:sp>
    <dsp:sp modelId="{F6DC305A-A80B-4CDC-8937-086FD15D9C65}">
      <dsp:nvSpPr>
        <dsp:cNvPr id="0" name=""/>
        <dsp:cNvSpPr/>
      </dsp:nvSpPr>
      <dsp:spPr>
        <a:xfrm>
          <a:off x="5460600" y="1564155"/>
          <a:ext cx="1941214" cy="15705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288005"/>
                <a:satOff val="6954"/>
                <a:lumOff val="-3356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288005"/>
                <a:satOff val="6954"/>
                <a:lumOff val="-3356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288005"/>
                <a:satOff val="6954"/>
                <a:lumOff val="-3356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Montée en compétence bloqué</a:t>
          </a:r>
        </a:p>
      </dsp:txBody>
      <dsp:txXfrm>
        <a:off x="5506599" y="1610154"/>
        <a:ext cx="1849216" cy="1478515"/>
      </dsp:txXfrm>
    </dsp:sp>
    <dsp:sp modelId="{842CB38A-AD79-46EA-A6D7-F494AA080FDB}">
      <dsp:nvSpPr>
        <dsp:cNvPr id="0" name=""/>
        <dsp:cNvSpPr/>
      </dsp:nvSpPr>
      <dsp:spPr>
        <a:xfrm>
          <a:off x="5460600" y="3376286"/>
          <a:ext cx="1941214" cy="157051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360006"/>
                <a:satOff val="8692"/>
                <a:lumOff val="-4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360006"/>
                <a:satOff val="8692"/>
                <a:lumOff val="-4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360006"/>
                <a:satOff val="8692"/>
                <a:lumOff val="-4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8420" tIns="43815" rIns="58420" bIns="4381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dirty="0"/>
            <a:t>Frein à la modernisation</a:t>
          </a:r>
        </a:p>
      </dsp:txBody>
      <dsp:txXfrm>
        <a:off x="5506599" y="3422285"/>
        <a:ext cx="1849216" cy="147851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3D4B3-EF24-4C91-B715-0BD1979837E3}">
      <dsp:nvSpPr>
        <dsp:cNvPr id="0" name=""/>
        <dsp:cNvSpPr/>
      </dsp:nvSpPr>
      <dsp:spPr>
        <a:xfrm>
          <a:off x="1501179" y="4134"/>
          <a:ext cx="2278062" cy="1139031"/>
        </a:xfrm>
        <a:prstGeom prst="roundRect">
          <a:avLst>
            <a:gd name="adj" fmla="val 10000"/>
          </a:avLst>
        </a:prstGeom>
        <a:solidFill>
          <a:schemeClr val="tx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 dirty="0"/>
            <a:t>Technique</a:t>
          </a:r>
        </a:p>
      </dsp:txBody>
      <dsp:txXfrm>
        <a:off x="1534540" y="37495"/>
        <a:ext cx="2211340" cy="1072309"/>
      </dsp:txXfrm>
    </dsp:sp>
    <dsp:sp modelId="{9421E303-D6F3-4B8E-B874-66BE9E46B159}">
      <dsp:nvSpPr>
        <dsp:cNvPr id="0" name=""/>
        <dsp:cNvSpPr/>
      </dsp:nvSpPr>
      <dsp:spPr>
        <a:xfrm>
          <a:off x="1728985" y="1143165"/>
          <a:ext cx="227806" cy="854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4273"/>
              </a:lnTo>
              <a:lnTo>
                <a:pt x="227806" y="854273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D4AA84-DC2D-4877-8DC5-AB259FC61408}">
      <dsp:nvSpPr>
        <dsp:cNvPr id="0" name=""/>
        <dsp:cNvSpPr/>
      </dsp:nvSpPr>
      <dsp:spPr>
        <a:xfrm>
          <a:off x="1956792" y="1427923"/>
          <a:ext cx="1822450" cy="1139031"/>
        </a:xfrm>
        <a:prstGeom prst="roundRect">
          <a:avLst>
            <a:gd name="adj" fmla="val 10000"/>
          </a:avLst>
        </a:prstGeom>
        <a:solidFill>
          <a:schemeClr val="tx2">
            <a:lumMod val="9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Migration progressive</a:t>
          </a:r>
        </a:p>
      </dsp:txBody>
      <dsp:txXfrm>
        <a:off x="1990153" y="1461284"/>
        <a:ext cx="1755728" cy="1072309"/>
      </dsp:txXfrm>
    </dsp:sp>
    <dsp:sp modelId="{6E237BEC-A747-4413-842A-D0BECD2A0C4A}">
      <dsp:nvSpPr>
        <dsp:cNvPr id="0" name=""/>
        <dsp:cNvSpPr/>
      </dsp:nvSpPr>
      <dsp:spPr>
        <a:xfrm>
          <a:off x="1728985" y="1143165"/>
          <a:ext cx="227806" cy="22780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8062"/>
              </a:lnTo>
              <a:lnTo>
                <a:pt x="227806" y="2278062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7E5873-4733-4968-9906-92F6658688A6}">
      <dsp:nvSpPr>
        <dsp:cNvPr id="0" name=""/>
        <dsp:cNvSpPr/>
      </dsp:nvSpPr>
      <dsp:spPr>
        <a:xfrm>
          <a:off x="1956792" y="2851712"/>
          <a:ext cx="1822450" cy="1139031"/>
        </a:xfrm>
        <a:prstGeom prst="roundRect">
          <a:avLst>
            <a:gd name="adj" fmla="val 10000"/>
          </a:avLst>
        </a:prstGeom>
        <a:solidFill>
          <a:schemeClr val="tx2">
            <a:lumMod val="9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Intégration de nouvelle technologie</a:t>
          </a:r>
        </a:p>
      </dsp:txBody>
      <dsp:txXfrm>
        <a:off x="1990153" y="2885073"/>
        <a:ext cx="1755728" cy="1072309"/>
      </dsp:txXfrm>
    </dsp:sp>
    <dsp:sp modelId="{FB5CE4ED-7D6E-4764-B19A-7E851A6BC339}">
      <dsp:nvSpPr>
        <dsp:cNvPr id="0" name=""/>
        <dsp:cNvSpPr/>
      </dsp:nvSpPr>
      <dsp:spPr>
        <a:xfrm>
          <a:off x="1728985" y="1143165"/>
          <a:ext cx="227806" cy="37018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01851"/>
              </a:lnTo>
              <a:lnTo>
                <a:pt x="227806" y="370185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1B9839-C5D2-47CD-A8E1-9FFFD05190FB}">
      <dsp:nvSpPr>
        <dsp:cNvPr id="0" name=""/>
        <dsp:cNvSpPr/>
      </dsp:nvSpPr>
      <dsp:spPr>
        <a:xfrm>
          <a:off x="1956792" y="4275501"/>
          <a:ext cx="1822450" cy="1139031"/>
        </a:xfrm>
        <a:prstGeom prst="roundRect">
          <a:avLst>
            <a:gd name="adj" fmla="val 10000"/>
          </a:avLst>
        </a:prstGeom>
        <a:solidFill>
          <a:schemeClr val="tx2">
            <a:lumMod val="9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Réduction de la dette technique</a:t>
          </a:r>
        </a:p>
      </dsp:txBody>
      <dsp:txXfrm>
        <a:off x="1990153" y="4308862"/>
        <a:ext cx="1755728" cy="1072309"/>
      </dsp:txXfrm>
    </dsp:sp>
    <dsp:sp modelId="{4C50F121-703B-4DA0-BC55-BB2AC59F65D5}">
      <dsp:nvSpPr>
        <dsp:cNvPr id="0" name=""/>
        <dsp:cNvSpPr/>
      </dsp:nvSpPr>
      <dsp:spPr>
        <a:xfrm>
          <a:off x="4348757" y="4134"/>
          <a:ext cx="2278062" cy="1139031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485" tIns="46990" rIns="70485" bIns="4699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 dirty="0"/>
            <a:t>Managérial</a:t>
          </a:r>
        </a:p>
      </dsp:txBody>
      <dsp:txXfrm>
        <a:off x="4382118" y="37495"/>
        <a:ext cx="2211340" cy="1072309"/>
      </dsp:txXfrm>
    </dsp:sp>
    <dsp:sp modelId="{F5C38B01-D840-4AC6-B35B-E9AB26BB6A78}">
      <dsp:nvSpPr>
        <dsp:cNvPr id="0" name=""/>
        <dsp:cNvSpPr/>
      </dsp:nvSpPr>
      <dsp:spPr>
        <a:xfrm>
          <a:off x="4576564" y="1143165"/>
          <a:ext cx="227806" cy="8542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54273"/>
              </a:lnTo>
              <a:lnTo>
                <a:pt x="227806" y="854273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59975D-AB05-42BB-ADFE-08A74DEB907E}">
      <dsp:nvSpPr>
        <dsp:cNvPr id="0" name=""/>
        <dsp:cNvSpPr/>
      </dsp:nvSpPr>
      <dsp:spPr>
        <a:xfrm>
          <a:off x="4804370" y="1427923"/>
          <a:ext cx="1822450" cy="1139031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Continuité de service</a:t>
          </a:r>
        </a:p>
      </dsp:txBody>
      <dsp:txXfrm>
        <a:off x="4837731" y="1461284"/>
        <a:ext cx="1755728" cy="1072309"/>
      </dsp:txXfrm>
    </dsp:sp>
    <dsp:sp modelId="{B446CA58-FFA2-424E-BFC3-40A1777B842B}">
      <dsp:nvSpPr>
        <dsp:cNvPr id="0" name=""/>
        <dsp:cNvSpPr/>
      </dsp:nvSpPr>
      <dsp:spPr>
        <a:xfrm>
          <a:off x="4576564" y="1143165"/>
          <a:ext cx="227806" cy="22780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78062"/>
              </a:lnTo>
              <a:lnTo>
                <a:pt x="227806" y="2278062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0CF278-7827-4A12-860B-DC83F454DBDD}">
      <dsp:nvSpPr>
        <dsp:cNvPr id="0" name=""/>
        <dsp:cNvSpPr/>
      </dsp:nvSpPr>
      <dsp:spPr>
        <a:xfrm>
          <a:off x="4804370" y="2851712"/>
          <a:ext cx="1822450" cy="1139031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Maintenir le rythme de développement</a:t>
          </a:r>
        </a:p>
      </dsp:txBody>
      <dsp:txXfrm>
        <a:off x="4837731" y="2885073"/>
        <a:ext cx="1755728" cy="1072309"/>
      </dsp:txXfrm>
    </dsp:sp>
    <dsp:sp modelId="{D9F51E35-ADFF-4835-B510-BDC1B9F2E622}">
      <dsp:nvSpPr>
        <dsp:cNvPr id="0" name=""/>
        <dsp:cNvSpPr/>
      </dsp:nvSpPr>
      <dsp:spPr>
        <a:xfrm>
          <a:off x="4576564" y="1143165"/>
          <a:ext cx="227806" cy="37018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01851"/>
              </a:lnTo>
              <a:lnTo>
                <a:pt x="227806" y="370185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555157-4A61-4C5B-BC45-C1CE1A53FAE0}">
      <dsp:nvSpPr>
        <dsp:cNvPr id="0" name=""/>
        <dsp:cNvSpPr/>
      </dsp:nvSpPr>
      <dsp:spPr>
        <a:xfrm>
          <a:off x="4804370" y="4275501"/>
          <a:ext cx="1822450" cy="1139031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005" tIns="26670" rIns="40005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100" kern="1200" dirty="0"/>
            <a:t>Garantir la compatibilité avec l’existant  </a:t>
          </a:r>
        </a:p>
      </dsp:txBody>
      <dsp:txXfrm>
        <a:off x="4837731" y="4308862"/>
        <a:ext cx="1755728" cy="10723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4CB75-C38A-4738-A670-5AD1FD90349E}">
      <dsp:nvSpPr>
        <dsp:cNvPr id="0" name=""/>
        <dsp:cNvSpPr/>
      </dsp:nvSpPr>
      <dsp:spPr>
        <a:xfrm>
          <a:off x="4228703" y="3954900"/>
          <a:ext cx="308818" cy="9470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7042"/>
              </a:lnTo>
              <a:lnTo>
                <a:pt x="308818" y="947042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C96D79-9B3C-4652-A2EC-10185DC724ED}">
      <dsp:nvSpPr>
        <dsp:cNvPr id="0" name=""/>
        <dsp:cNvSpPr/>
      </dsp:nvSpPr>
      <dsp:spPr>
        <a:xfrm>
          <a:off x="3806651" y="2493160"/>
          <a:ext cx="1245567" cy="4323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6172"/>
              </a:lnTo>
              <a:lnTo>
                <a:pt x="1245567" y="216172"/>
              </a:lnTo>
              <a:lnTo>
                <a:pt x="1245567" y="432345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144284-2D85-4D0C-AB37-D919DDDAC250}">
      <dsp:nvSpPr>
        <dsp:cNvPr id="0" name=""/>
        <dsp:cNvSpPr/>
      </dsp:nvSpPr>
      <dsp:spPr>
        <a:xfrm>
          <a:off x="1737568" y="3954900"/>
          <a:ext cx="105615" cy="9216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21647"/>
              </a:lnTo>
              <a:lnTo>
                <a:pt x="105615" y="921647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7A9CF1-3BA6-4A26-A828-D8838D79234A}">
      <dsp:nvSpPr>
        <dsp:cNvPr id="0" name=""/>
        <dsp:cNvSpPr/>
      </dsp:nvSpPr>
      <dsp:spPr>
        <a:xfrm>
          <a:off x="2561083" y="2493160"/>
          <a:ext cx="1245567" cy="432345"/>
        </a:xfrm>
        <a:custGeom>
          <a:avLst/>
          <a:gdLst/>
          <a:ahLst/>
          <a:cxnLst/>
          <a:rect l="0" t="0" r="0" b="0"/>
          <a:pathLst>
            <a:path>
              <a:moveTo>
                <a:pt x="1245567" y="0"/>
              </a:moveTo>
              <a:lnTo>
                <a:pt x="1245567" y="216172"/>
              </a:lnTo>
              <a:lnTo>
                <a:pt x="0" y="216172"/>
              </a:lnTo>
              <a:lnTo>
                <a:pt x="0" y="432345"/>
              </a:lnTo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F84556-7684-4226-BCD9-F53B0FE71CF5}">
      <dsp:nvSpPr>
        <dsp:cNvPr id="0" name=""/>
        <dsp:cNvSpPr/>
      </dsp:nvSpPr>
      <dsp:spPr>
        <a:xfrm>
          <a:off x="3760931" y="1031420"/>
          <a:ext cx="91440" cy="43234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32345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49463B-E576-483E-9EAD-01AC60365933}">
      <dsp:nvSpPr>
        <dsp:cNvPr id="0" name=""/>
        <dsp:cNvSpPr/>
      </dsp:nvSpPr>
      <dsp:spPr>
        <a:xfrm>
          <a:off x="2777256" y="2025"/>
          <a:ext cx="2058789" cy="102939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Simon </a:t>
          </a:r>
          <a:r>
            <a:rPr lang="fr-FR" sz="2200" kern="1200" dirty="0" err="1"/>
            <a:t>Fulhaber</a:t>
          </a:r>
          <a:endParaRPr lang="fr-FR" sz="2200" kern="1200" dirty="0"/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CTO Rôle de superviseur</a:t>
          </a:r>
        </a:p>
      </dsp:txBody>
      <dsp:txXfrm>
        <a:off x="2777256" y="2025"/>
        <a:ext cx="2058789" cy="1029394"/>
      </dsp:txXfrm>
    </dsp:sp>
    <dsp:sp modelId="{1087584A-2B5C-4E7D-9C28-2EF39B1CAC41}">
      <dsp:nvSpPr>
        <dsp:cNvPr id="0" name=""/>
        <dsp:cNvSpPr/>
      </dsp:nvSpPr>
      <dsp:spPr>
        <a:xfrm>
          <a:off x="2777256" y="1463766"/>
          <a:ext cx="2058789" cy="102939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Etienne Pernon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Chef de projet Technique</a:t>
          </a:r>
        </a:p>
      </dsp:txBody>
      <dsp:txXfrm>
        <a:off x="2777256" y="1463766"/>
        <a:ext cx="2058789" cy="1029394"/>
      </dsp:txXfrm>
    </dsp:sp>
    <dsp:sp modelId="{4E4D508D-DAE5-41C9-9CD1-96633F6FAECB}">
      <dsp:nvSpPr>
        <dsp:cNvPr id="0" name=""/>
        <dsp:cNvSpPr/>
      </dsp:nvSpPr>
      <dsp:spPr>
        <a:xfrm>
          <a:off x="1531689" y="2925506"/>
          <a:ext cx="2058789" cy="1029394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Recherche  de méthode</a:t>
          </a:r>
        </a:p>
      </dsp:txBody>
      <dsp:txXfrm>
        <a:off x="1531689" y="2925506"/>
        <a:ext cx="2058789" cy="1029394"/>
      </dsp:txXfrm>
    </dsp:sp>
    <dsp:sp modelId="{645D0540-1E7F-41F7-827D-36F054965B6A}">
      <dsp:nvSpPr>
        <dsp:cNvPr id="0" name=""/>
        <dsp:cNvSpPr/>
      </dsp:nvSpPr>
      <dsp:spPr>
        <a:xfrm>
          <a:off x="1843184" y="4361851"/>
          <a:ext cx="2058789" cy="1029394"/>
        </a:xfrm>
        <a:prstGeom prst="rect">
          <a:avLst/>
        </a:prstGeom>
        <a:solidFill>
          <a:schemeClr val="tx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Documentation</a:t>
          </a:r>
        </a:p>
      </dsp:txBody>
      <dsp:txXfrm>
        <a:off x="1843184" y="4361851"/>
        <a:ext cx="2058789" cy="1029394"/>
      </dsp:txXfrm>
    </dsp:sp>
    <dsp:sp modelId="{5E90993D-0EE8-44F9-846A-FE81F8EACF89}">
      <dsp:nvSpPr>
        <dsp:cNvPr id="0" name=""/>
        <dsp:cNvSpPr/>
      </dsp:nvSpPr>
      <dsp:spPr>
        <a:xfrm>
          <a:off x="4022824" y="2925506"/>
          <a:ext cx="2058789" cy="1029394"/>
        </a:xfrm>
        <a:prstGeom prst="rect">
          <a:avLst/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Stratégie de migration</a:t>
          </a:r>
        </a:p>
      </dsp:txBody>
      <dsp:txXfrm>
        <a:off x="4022824" y="2925506"/>
        <a:ext cx="2058789" cy="1029394"/>
      </dsp:txXfrm>
    </dsp:sp>
    <dsp:sp modelId="{BA0049ED-8EAF-44A8-964B-C2976B3D5168}">
      <dsp:nvSpPr>
        <dsp:cNvPr id="0" name=""/>
        <dsp:cNvSpPr/>
      </dsp:nvSpPr>
      <dsp:spPr>
        <a:xfrm>
          <a:off x="4537521" y="4387246"/>
          <a:ext cx="2058789" cy="1029394"/>
        </a:xfrm>
        <a:prstGeom prst="rect">
          <a:avLst/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875" tIns="15875" rIns="15875" bIns="1587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500" kern="1200" dirty="0"/>
            <a:t>Suivi de projet</a:t>
          </a:r>
        </a:p>
      </dsp:txBody>
      <dsp:txXfrm>
        <a:off x="4537521" y="4387246"/>
        <a:ext cx="2058789" cy="10293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73D4B3-EF24-4C91-B715-0BD1979837E3}">
      <dsp:nvSpPr>
        <dsp:cNvPr id="0" name=""/>
        <dsp:cNvSpPr/>
      </dsp:nvSpPr>
      <dsp:spPr>
        <a:xfrm>
          <a:off x="2032496" y="661"/>
          <a:ext cx="1805781" cy="902890"/>
        </a:xfrm>
        <a:prstGeom prst="roundRect">
          <a:avLst>
            <a:gd name="adj" fmla="val 10000"/>
          </a:avLst>
        </a:prstGeom>
        <a:solidFill>
          <a:srgbClr val="FF4B4B"/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Réécriture complète</a:t>
          </a:r>
        </a:p>
      </dsp:txBody>
      <dsp:txXfrm>
        <a:off x="2058941" y="27106"/>
        <a:ext cx="1752891" cy="850000"/>
      </dsp:txXfrm>
    </dsp:sp>
    <dsp:sp modelId="{9421E303-D6F3-4B8E-B874-66BE9E46B159}">
      <dsp:nvSpPr>
        <dsp:cNvPr id="0" name=""/>
        <dsp:cNvSpPr/>
      </dsp:nvSpPr>
      <dsp:spPr>
        <a:xfrm>
          <a:off x="2213074" y="903552"/>
          <a:ext cx="180578" cy="677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7167"/>
              </a:lnTo>
              <a:lnTo>
                <a:pt x="180578" y="677167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D4AA84-DC2D-4877-8DC5-AB259FC61408}">
      <dsp:nvSpPr>
        <dsp:cNvPr id="0" name=""/>
        <dsp:cNvSpPr/>
      </dsp:nvSpPr>
      <dsp:spPr>
        <a:xfrm>
          <a:off x="2393652" y="1129274"/>
          <a:ext cx="1444624" cy="902890"/>
        </a:xfrm>
        <a:prstGeom prst="roundRect">
          <a:avLst>
            <a:gd name="adj" fmla="val 10000"/>
          </a:avLst>
        </a:prstGeom>
        <a:solidFill>
          <a:srgbClr val="FBCFCF">
            <a:alpha val="90000"/>
          </a:srgb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Fort coût en ressource humaine</a:t>
          </a:r>
        </a:p>
      </dsp:txBody>
      <dsp:txXfrm>
        <a:off x="2420097" y="1155719"/>
        <a:ext cx="1391734" cy="850000"/>
      </dsp:txXfrm>
    </dsp:sp>
    <dsp:sp modelId="{6E237BEC-A747-4413-842A-D0BECD2A0C4A}">
      <dsp:nvSpPr>
        <dsp:cNvPr id="0" name=""/>
        <dsp:cNvSpPr/>
      </dsp:nvSpPr>
      <dsp:spPr>
        <a:xfrm>
          <a:off x="2213074" y="903552"/>
          <a:ext cx="180578" cy="18057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05781"/>
              </a:lnTo>
              <a:lnTo>
                <a:pt x="180578" y="180578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7E5873-4733-4968-9906-92F6658688A6}">
      <dsp:nvSpPr>
        <dsp:cNvPr id="0" name=""/>
        <dsp:cNvSpPr/>
      </dsp:nvSpPr>
      <dsp:spPr>
        <a:xfrm>
          <a:off x="2393652" y="2257888"/>
          <a:ext cx="1444624" cy="902890"/>
        </a:xfrm>
        <a:prstGeom prst="roundRect">
          <a:avLst>
            <a:gd name="adj" fmla="val 10000"/>
          </a:avLst>
        </a:prstGeom>
        <a:solidFill>
          <a:srgbClr val="FBCFCF">
            <a:alpha val="90000"/>
          </a:srgb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Risque de retard chronique</a:t>
          </a:r>
        </a:p>
      </dsp:txBody>
      <dsp:txXfrm>
        <a:off x="2420097" y="2284333"/>
        <a:ext cx="1391734" cy="850000"/>
      </dsp:txXfrm>
    </dsp:sp>
    <dsp:sp modelId="{FB5CE4ED-7D6E-4764-B19A-7E851A6BC339}">
      <dsp:nvSpPr>
        <dsp:cNvPr id="0" name=""/>
        <dsp:cNvSpPr/>
      </dsp:nvSpPr>
      <dsp:spPr>
        <a:xfrm>
          <a:off x="2213074" y="903552"/>
          <a:ext cx="180578" cy="29343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34394"/>
              </a:lnTo>
              <a:lnTo>
                <a:pt x="180578" y="2934394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1B9839-C5D2-47CD-A8E1-9FFFD05190FB}">
      <dsp:nvSpPr>
        <dsp:cNvPr id="0" name=""/>
        <dsp:cNvSpPr/>
      </dsp:nvSpPr>
      <dsp:spPr>
        <a:xfrm>
          <a:off x="2393652" y="3386501"/>
          <a:ext cx="1444624" cy="902890"/>
        </a:xfrm>
        <a:prstGeom prst="roundRect">
          <a:avLst>
            <a:gd name="adj" fmla="val 10000"/>
          </a:avLst>
        </a:prstGeom>
        <a:solidFill>
          <a:srgbClr val="FBCFCF">
            <a:alpha val="90000"/>
          </a:srgb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Maintenir deux applications</a:t>
          </a:r>
        </a:p>
      </dsp:txBody>
      <dsp:txXfrm>
        <a:off x="2420097" y="3412946"/>
        <a:ext cx="1391734" cy="850000"/>
      </dsp:txXfrm>
    </dsp:sp>
    <dsp:sp modelId="{DAFD551A-5F2B-41F0-B807-920D3B962D9C}">
      <dsp:nvSpPr>
        <dsp:cNvPr id="0" name=""/>
        <dsp:cNvSpPr/>
      </dsp:nvSpPr>
      <dsp:spPr>
        <a:xfrm>
          <a:off x="2213074" y="903552"/>
          <a:ext cx="180578" cy="4063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3007"/>
              </a:lnTo>
              <a:lnTo>
                <a:pt x="180578" y="4063007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A9DEED-8BB6-4639-9AB9-5CCA919B9B31}">
      <dsp:nvSpPr>
        <dsp:cNvPr id="0" name=""/>
        <dsp:cNvSpPr/>
      </dsp:nvSpPr>
      <dsp:spPr>
        <a:xfrm>
          <a:off x="2393652" y="4515114"/>
          <a:ext cx="1444624" cy="902890"/>
        </a:xfrm>
        <a:prstGeom prst="roundRect">
          <a:avLst>
            <a:gd name="adj" fmla="val 10000"/>
          </a:avLst>
        </a:prstGeom>
        <a:solidFill>
          <a:srgbClr val="FBCFCF">
            <a:alpha val="90000"/>
          </a:srgb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Pas de continuité de développement</a:t>
          </a:r>
        </a:p>
      </dsp:txBody>
      <dsp:txXfrm>
        <a:off x="2420097" y="4541559"/>
        <a:ext cx="1391734" cy="850000"/>
      </dsp:txXfrm>
    </dsp:sp>
    <dsp:sp modelId="{4C50F121-703B-4DA0-BC55-BB2AC59F65D5}">
      <dsp:nvSpPr>
        <dsp:cNvPr id="0" name=""/>
        <dsp:cNvSpPr/>
      </dsp:nvSpPr>
      <dsp:spPr>
        <a:xfrm>
          <a:off x="4289722" y="661"/>
          <a:ext cx="1805781" cy="902890"/>
        </a:xfrm>
        <a:prstGeom prst="roundRect">
          <a:avLst>
            <a:gd name="adj" fmla="val 10000"/>
          </a:avLst>
        </a:prstGeom>
        <a:solidFill>
          <a:schemeClr val="accent2">
            <a:lumMod val="7500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dirty="0"/>
            <a:t>Migration incrémentale</a:t>
          </a:r>
        </a:p>
      </dsp:txBody>
      <dsp:txXfrm>
        <a:off x="4316167" y="27106"/>
        <a:ext cx="1752891" cy="850000"/>
      </dsp:txXfrm>
    </dsp:sp>
    <dsp:sp modelId="{F5C38B01-D840-4AC6-B35B-E9AB26BB6A78}">
      <dsp:nvSpPr>
        <dsp:cNvPr id="0" name=""/>
        <dsp:cNvSpPr/>
      </dsp:nvSpPr>
      <dsp:spPr>
        <a:xfrm>
          <a:off x="4470300" y="903552"/>
          <a:ext cx="180578" cy="6771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77167"/>
              </a:lnTo>
              <a:lnTo>
                <a:pt x="180578" y="677167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F59975D-AB05-42BB-ADFE-08A74DEB907E}">
      <dsp:nvSpPr>
        <dsp:cNvPr id="0" name=""/>
        <dsp:cNvSpPr/>
      </dsp:nvSpPr>
      <dsp:spPr>
        <a:xfrm>
          <a:off x="4650878" y="1129274"/>
          <a:ext cx="1444624" cy="902890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Module Upgrade</a:t>
          </a:r>
        </a:p>
      </dsp:txBody>
      <dsp:txXfrm>
        <a:off x="4677323" y="1155719"/>
        <a:ext cx="1391734" cy="850000"/>
      </dsp:txXfrm>
    </dsp:sp>
    <dsp:sp modelId="{B446CA58-FFA2-424E-BFC3-40A1777B842B}">
      <dsp:nvSpPr>
        <dsp:cNvPr id="0" name=""/>
        <dsp:cNvSpPr/>
      </dsp:nvSpPr>
      <dsp:spPr>
        <a:xfrm>
          <a:off x="4470300" y="903552"/>
          <a:ext cx="180578" cy="180578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05781"/>
              </a:lnTo>
              <a:lnTo>
                <a:pt x="180578" y="1805781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0CF278-7827-4A12-860B-DC83F454DBDD}">
      <dsp:nvSpPr>
        <dsp:cNvPr id="0" name=""/>
        <dsp:cNvSpPr/>
      </dsp:nvSpPr>
      <dsp:spPr>
        <a:xfrm>
          <a:off x="4650878" y="2257888"/>
          <a:ext cx="1444624" cy="902890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Cohabitation entre les deux Framework</a:t>
          </a:r>
        </a:p>
      </dsp:txBody>
      <dsp:txXfrm>
        <a:off x="4677323" y="2284333"/>
        <a:ext cx="1391734" cy="850000"/>
      </dsp:txXfrm>
    </dsp:sp>
    <dsp:sp modelId="{D9F51E35-ADFF-4835-B510-BDC1B9F2E622}">
      <dsp:nvSpPr>
        <dsp:cNvPr id="0" name=""/>
        <dsp:cNvSpPr/>
      </dsp:nvSpPr>
      <dsp:spPr>
        <a:xfrm>
          <a:off x="4470300" y="903552"/>
          <a:ext cx="180578" cy="29343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934394"/>
              </a:lnTo>
              <a:lnTo>
                <a:pt x="180578" y="2934394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555157-4A61-4C5B-BC45-C1CE1A53FAE0}">
      <dsp:nvSpPr>
        <dsp:cNvPr id="0" name=""/>
        <dsp:cNvSpPr/>
      </dsp:nvSpPr>
      <dsp:spPr>
        <a:xfrm>
          <a:off x="4650878" y="3386501"/>
          <a:ext cx="1444624" cy="902890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Préserver les fonctionnalités existantes</a:t>
          </a:r>
        </a:p>
      </dsp:txBody>
      <dsp:txXfrm>
        <a:off x="4677323" y="3412946"/>
        <a:ext cx="1391734" cy="850000"/>
      </dsp:txXfrm>
    </dsp:sp>
    <dsp:sp modelId="{8FB404BC-88A4-48BD-AA4B-1DA5834EF294}">
      <dsp:nvSpPr>
        <dsp:cNvPr id="0" name=""/>
        <dsp:cNvSpPr/>
      </dsp:nvSpPr>
      <dsp:spPr>
        <a:xfrm>
          <a:off x="4470300" y="903552"/>
          <a:ext cx="180578" cy="40630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63007"/>
              </a:lnTo>
              <a:lnTo>
                <a:pt x="180578" y="4063007"/>
              </a:lnTo>
            </a:path>
          </a:pathLst>
        </a:custGeom>
        <a:noFill/>
        <a:ln w="63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8BE957-F9A7-4C6C-A35A-234220BC49A1}">
      <dsp:nvSpPr>
        <dsp:cNvPr id="0" name=""/>
        <dsp:cNvSpPr/>
      </dsp:nvSpPr>
      <dsp:spPr>
        <a:xfrm>
          <a:off x="4650878" y="4515114"/>
          <a:ext cx="1444624" cy="902890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  <a:alpha val="9000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20320" rIns="3048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Réduction du risque technique</a:t>
          </a:r>
        </a:p>
      </dsp:txBody>
      <dsp:txXfrm>
        <a:off x="4677323" y="4541559"/>
        <a:ext cx="1391734" cy="85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53C12F-0A50-491A-9BC0-A15071608CC1}">
      <dsp:nvSpPr>
        <dsp:cNvPr id="0" name=""/>
        <dsp:cNvSpPr/>
      </dsp:nvSpPr>
      <dsp:spPr>
        <a:xfrm>
          <a:off x="4558238" y="3468701"/>
          <a:ext cx="2519909" cy="16323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240004"/>
              <a:satOff val="5795"/>
              <a:lumOff val="-2797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200" kern="1200" dirty="0"/>
            <a:t>Check</a:t>
          </a:r>
        </a:p>
      </dsp:txBody>
      <dsp:txXfrm>
        <a:off x="5350068" y="3912640"/>
        <a:ext cx="1692222" cy="1152533"/>
      </dsp:txXfrm>
    </dsp:sp>
    <dsp:sp modelId="{B2692069-E84B-44EC-A818-7E903C45A7ED}">
      <dsp:nvSpPr>
        <dsp:cNvPr id="0" name=""/>
        <dsp:cNvSpPr/>
      </dsp:nvSpPr>
      <dsp:spPr>
        <a:xfrm>
          <a:off x="446807" y="3468701"/>
          <a:ext cx="2519909" cy="16323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360006"/>
              <a:satOff val="8692"/>
              <a:lumOff val="-4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200" kern="1200" dirty="0"/>
            <a:t>Acte</a:t>
          </a:r>
        </a:p>
      </dsp:txBody>
      <dsp:txXfrm>
        <a:off x="482664" y="3912640"/>
        <a:ext cx="1692222" cy="1152533"/>
      </dsp:txXfrm>
    </dsp:sp>
    <dsp:sp modelId="{86A086C3-1AE8-4C0A-9F18-3F39706B0BD0}">
      <dsp:nvSpPr>
        <dsp:cNvPr id="0" name=""/>
        <dsp:cNvSpPr/>
      </dsp:nvSpPr>
      <dsp:spPr>
        <a:xfrm>
          <a:off x="4558238" y="0"/>
          <a:ext cx="2519909" cy="16323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120002"/>
              <a:satOff val="2897"/>
              <a:lumOff val="-1398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200" kern="1200" dirty="0"/>
            <a:t>Do</a:t>
          </a:r>
        </a:p>
      </dsp:txBody>
      <dsp:txXfrm>
        <a:off x="5350068" y="35857"/>
        <a:ext cx="1692222" cy="1152533"/>
      </dsp:txXfrm>
    </dsp:sp>
    <dsp:sp modelId="{042B1C6B-1C49-46DD-9236-2F063D90B57E}">
      <dsp:nvSpPr>
        <dsp:cNvPr id="0" name=""/>
        <dsp:cNvSpPr/>
      </dsp:nvSpPr>
      <dsp:spPr>
        <a:xfrm>
          <a:off x="446807" y="0"/>
          <a:ext cx="2519909" cy="16323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200" kern="1200" dirty="0"/>
            <a:t>Plan</a:t>
          </a:r>
        </a:p>
      </dsp:txBody>
      <dsp:txXfrm>
        <a:off x="482664" y="35857"/>
        <a:ext cx="1692222" cy="1152533"/>
      </dsp:txXfrm>
    </dsp:sp>
    <dsp:sp modelId="{290C85F6-A83F-4BB3-909C-2E23AD70E81F}">
      <dsp:nvSpPr>
        <dsp:cNvPr id="0" name=""/>
        <dsp:cNvSpPr/>
      </dsp:nvSpPr>
      <dsp:spPr>
        <a:xfrm>
          <a:off x="1502720" y="290758"/>
          <a:ext cx="2208746" cy="2208746"/>
        </a:xfrm>
        <a:prstGeom prst="pieWedg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Choix de la méthodologie</a:t>
          </a:r>
        </a:p>
      </dsp:txBody>
      <dsp:txXfrm>
        <a:off x="2149647" y="937685"/>
        <a:ext cx="1561819" cy="1561819"/>
      </dsp:txXfrm>
    </dsp:sp>
    <dsp:sp modelId="{555D53E5-9A26-4D21-82D8-7177E46CE2B7}">
      <dsp:nvSpPr>
        <dsp:cNvPr id="0" name=""/>
        <dsp:cNvSpPr/>
      </dsp:nvSpPr>
      <dsp:spPr>
        <a:xfrm rot="5400000">
          <a:off x="3813487" y="290758"/>
          <a:ext cx="2208746" cy="2208746"/>
        </a:xfrm>
        <a:prstGeom prst="pieWedge">
          <a:avLst/>
        </a:prstGeom>
        <a:gradFill rotWithShape="0">
          <a:gsLst>
            <a:gs pos="0">
              <a:schemeClr val="accent5">
                <a:hueOff val="120002"/>
                <a:satOff val="2897"/>
                <a:lumOff val="-139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120002"/>
                <a:satOff val="2897"/>
                <a:lumOff val="-139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120002"/>
                <a:satOff val="2897"/>
                <a:lumOff val="-139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Refonte de l’application</a:t>
          </a:r>
        </a:p>
      </dsp:txBody>
      <dsp:txXfrm rot="-5400000">
        <a:off x="3813487" y="937685"/>
        <a:ext cx="1561819" cy="1561819"/>
      </dsp:txXfrm>
    </dsp:sp>
    <dsp:sp modelId="{BF3DEF21-C6E6-4BDB-90CC-DCF6F13F55BA}">
      <dsp:nvSpPr>
        <dsp:cNvPr id="0" name=""/>
        <dsp:cNvSpPr/>
      </dsp:nvSpPr>
      <dsp:spPr>
        <a:xfrm rot="10800000">
          <a:off x="3813487" y="2601525"/>
          <a:ext cx="2208746" cy="2208746"/>
        </a:xfrm>
        <a:prstGeom prst="pieWedge">
          <a:avLst/>
        </a:prstGeom>
        <a:gradFill rotWithShape="0">
          <a:gsLst>
            <a:gs pos="0">
              <a:schemeClr val="accent5">
                <a:hueOff val="240004"/>
                <a:satOff val="5795"/>
                <a:lumOff val="-279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240004"/>
                <a:satOff val="5795"/>
                <a:lumOff val="-279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240004"/>
                <a:satOff val="5795"/>
                <a:lumOff val="-279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Test et analyse des performances</a:t>
          </a:r>
        </a:p>
      </dsp:txBody>
      <dsp:txXfrm rot="10800000">
        <a:off x="3813487" y="2601525"/>
        <a:ext cx="1561819" cy="1561819"/>
      </dsp:txXfrm>
    </dsp:sp>
    <dsp:sp modelId="{5B899850-5E49-4E93-9783-245189B40D0A}">
      <dsp:nvSpPr>
        <dsp:cNvPr id="0" name=""/>
        <dsp:cNvSpPr/>
      </dsp:nvSpPr>
      <dsp:spPr>
        <a:xfrm rot="16200000">
          <a:off x="1502720" y="2601525"/>
          <a:ext cx="2208746" cy="2208746"/>
        </a:xfrm>
        <a:prstGeom prst="pieWedge">
          <a:avLst/>
        </a:prstGeom>
        <a:gradFill rotWithShape="0">
          <a:gsLst>
            <a:gs pos="0">
              <a:schemeClr val="accent5">
                <a:hueOff val="360006"/>
                <a:satOff val="8692"/>
                <a:lumOff val="-4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360006"/>
                <a:satOff val="8692"/>
                <a:lumOff val="-4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360006"/>
                <a:satOff val="8692"/>
                <a:lumOff val="-4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Création de référentiel, standardisation</a:t>
          </a:r>
        </a:p>
      </dsp:txBody>
      <dsp:txXfrm rot="5400000">
        <a:off x="2149647" y="2601525"/>
        <a:ext cx="1561819" cy="1561819"/>
      </dsp:txXfrm>
    </dsp:sp>
    <dsp:sp modelId="{B8A63E7C-4ECD-4136-9143-0B001077DD81}">
      <dsp:nvSpPr>
        <dsp:cNvPr id="0" name=""/>
        <dsp:cNvSpPr/>
      </dsp:nvSpPr>
      <dsp:spPr>
        <a:xfrm>
          <a:off x="3381175" y="2091422"/>
          <a:ext cx="762604" cy="663134"/>
        </a:xfrm>
        <a:prstGeom prst="circularArrow">
          <a:avLst/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7E1A005B-4175-4F36-BF03-3F7C3439A16B}">
      <dsp:nvSpPr>
        <dsp:cNvPr id="0" name=""/>
        <dsp:cNvSpPr/>
      </dsp:nvSpPr>
      <dsp:spPr>
        <a:xfrm rot="10800000">
          <a:off x="3381175" y="2346474"/>
          <a:ext cx="762604" cy="663134"/>
        </a:xfrm>
        <a:prstGeom prst="circularArrow">
          <a:avLst/>
        </a:prstGeom>
        <a:gradFill rotWithShape="0">
          <a:gsLst>
            <a:gs pos="0">
              <a:schemeClr val="accent5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A7729F-897B-4E21-B8C2-724FC2FC440B}">
      <dsp:nvSpPr>
        <dsp:cNvPr id="0" name=""/>
        <dsp:cNvSpPr/>
      </dsp:nvSpPr>
      <dsp:spPr>
        <a:xfrm>
          <a:off x="-5656371" y="-865865"/>
          <a:ext cx="6734438" cy="6734438"/>
        </a:xfrm>
        <a:prstGeom prst="blockArc">
          <a:avLst>
            <a:gd name="adj1" fmla="val 18900000"/>
            <a:gd name="adj2" fmla="val 2700000"/>
            <a:gd name="adj3" fmla="val 321"/>
          </a:avLst>
        </a:pr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BD08A8-C252-4A10-9F0B-ECC5695877E8}">
      <dsp:nvSpPr>
        <dsp:cNvPr id="0" name=""/>
        <dsp:cNvSpPr/>
      </dsp:nvSpPr>
      <dsp:spPr>
        <a:xfrm>
          <a:off x="471280" y="312569"/>
          <a:ext cx="7159653" cy="62553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652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Bloc 1 :  Analyse stratégique </a:t>
          </a:r>
        </a:p>
      </dsp:txBody>
      <dsp:txXfrm>
        <a:off x="471280" y="312569"/>
        <a:ext cx="7159653" cy="625538"/>
      </dsp:txXfrm>
    </dsp:sp>
    <dsp:sp modelId="{CDF898DA-44F1-4229-8A04-584C015A5B71}">
      <dsp:nvSpPr>
        <dsp:cNvPr id="0" name=""/>
        <dsp:cNvSpPr/>
      </dsp:nvSpPr>
      <dsp:spPr>
        <a:xfrm>
          <a:off x="80318" y="234376"/>
          <a:ext cx="781923" cy="78192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E24FBB-C471-4CB1-BF46-15ABA07D4AC1}">
      <dsp:nvSpPr>
        <dsp:cNvPr id="0" name=""/>
        <dsp:cNvSpPr/>
      </dsp:nvSpPr>
      <dsp:spPr>
        <a:xfrm>
          <a:off x="919522" y="1250576"/>
          <a:ext cx="6711410" cy="625538"/>
        </a:xfrm>
        <a:prstGeom prst="rect">
          <a:avLst/>
        </a:prstGeom>
        <a:solidFill>
          <a:schemeClr val="accent5">
            <a:hueOff val="90002"/>
            <a:satOff val="2173"/>
            <a:lumOff val="-1049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652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Bloc II : Conception d’une architecture hybride</a:t>
          </a:r>
        </a:p>
      </dsp:txBody>
      <dsp:txXfrm>
        <a:off x="919522" y="1250576"/>
        <a:ext cx="6711410" cy="625538"/>
      </dsp:txXfrm>
    </dsp:sp>
    <dsp:sp modelId="{E3746F3A-011E-4E9F-9174-0572E64EB0D1}">
      <dsp:nvSpPr>
        <dsp:cNvPr id="0" name=""/>
        <dsp:cNvSpPr/>
      </dsp:nvSpPr>
      <dsp:spPr>
        <a:xfrm>
          <a:off x="528561" y="1172384"/>
          <a:ext cx="781923" cy="78192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90002"/>
              <a:satOff val="2173"/>
              <a:lumOff val="-104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535E54-B9B8-44FC-A1B8-F172F3ABC6CB}">
      <dsp:nvSpPr>
        <dsp:cNvPr id="0" name=""/>
        <dsp:cNvSpPr/>
      </dsp:nvSpPr>
      <dsp:spPr>
        <a:xfrm>
          <a:off x="1057097" y="2188584"/>
          <a:ext cx="6573836" cy="625538"/>
        </a:xfrm>
        <a:prstGeom prst="rect">
          <a:avLst/>
        </a:prstGeom>
        <a:solidFill>
          <a:schemeClr val="accent5">
            <a:hueOff val="180003"/>
            <a:satOff val="4346"/>
            <a:lumOff val="-2098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652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Bloc III : Conduite d’un projet long avec contraintes</a:t>
          </a:r>
        </a:p>
      </dsp:txBody>
      <dsp:txXfrm>
        <a:off x="1057097" y="2188584"/>
        <a:ext cx="6573836" cy="625538"/>
      </dsp:txXfrm>
    </dsp:sp>
    <dsp:sp modelId="{9C92F6C8-96CE-4D74-B145-91826ABA0C8F}">
      <dsp:nvSpPr>
        <dsp:cNvPr id="0" name=""/>
        <dsp:cNvSpPr/>
      </dsp:nvSpPr>
      <dsp:spPr>
        <a:xfrm>
          <a:off x="666135" y="2110391"/>
          <a:ext cx="781923" cy="78192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180003"/>
              <a:satOff val="4346"/>
              <a:lumOff val="-209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5645F-1222-477D-AE6A-FAA3A837B146}">
      <dsp:nvSpPr>
        <dsp:cNvPr id="0" name=""/>
        <dsp:cNvSpPr/>
      </dsp:nvSpPr>
      <dsp:spPr>
        <a:xfrm>
          <a:off x="919522" y="3126591"/>
          <a:ext cx="6711410" cy="625538"/>
        </a:xfrm>
        <a:prstGeom prst="rect">
          <a:avLst/>
        </a:prstGeom>
        <a:solidFill>
          <a:schemeClr val="accent5">
            <a:hueOff val="270005"/>
            <a:satOff val="6519"/>
            <a:lumOff val="-3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652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Bloc IV : Intégration Angular18 / </a:t>
          </a:r>
          <a:r>
            <a:rPr lang="fr-FR" sz="2200" kern="1200" dirty="0" err="1"/>
            <a:t>Webpack</a:t>
          </a:r>
          <a:r>
            <a:rPr lang="fr-FR" sz="2200" kern="1200" dirty="0"/>
            <a:t> / SBT</a:t>
          </a:r>
        </a:p>
      </dsp:txBody>
      <dsp:txXfrm>
        <a:off x="919522" y="3126591"/>
        <a:ext cx="6711410" cy="625538"/>
      </dsp:txXfrm>
    </dsp:sp>
    <dsp:sp modelId="{E4E4CFB2-D5DE-459A-B2DF-B2003E4F1989}">
      <dsp:nvSpPr>
        <dsp:cNvPr id="0" name=""/>
        <dsp:cNvSpPr/>
      </dsp:nvSpPr>
      <dsp:spPr>
        <a:xfrm>
          <a:off x="528561" y="3048399"/>
          <a:ext cx="781923" cy="78192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270005"/>
              <a:satOff val="6519"/>
              <a:lumOff val="-31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2C56D0-2A03-486C-A544-CD828D5D3312}">
      <dsp:nvSpPr>
        <dsp:cNvPr id="0" name=""/>
        <dsp:cNvSpPr/>
      </dsp:nvSpPr>
      <dsp:spPr>
        <a:xfrm>
          <a:off x="471280" y="4064599"/>
          <a:ext cx="7159653" cy="625538"/>
        </a:xfrm>
        <a:prstGeom prst="rect">
          <a:avLst/>
        </a:prstGeom>
        <a:solidFill>
          <a:schemeClr val="accent5">
            <a:hueOff val="360006"/>
            <a:satOff val="8692"/>
            <a:lumOff val="-4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6521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kern="1200" dirty="0"/>
            <a:t>Bloc V : Documentation, veille et communication</a:t>
          </a:r>
        </a:p>
      </dsp:txBody>
      <dsp:txXfrm>
        <a:off x="471280" y="4064599"/>
        <a:ext cx="7159653" cy="625538"/>
      </dsp:txXfrm>
    </dsp:sp>
    <dsp:sp modelId="{CD167404-FEA1-4E1C-885A-F15E2FD6E5BB}">
      <dsp:nvSpPr>
        <dsp:cNvPr id="0" name=""/>
        <dsp:cNvSpPr/>
      </dsp:nvSpPr>
      <dsp:spPr>
        <a:xfrm>
          <a:off x="80318" y="3986407"/>
          <a:ext cx="781923" cy="78192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360006"/>
              <a:satOff val="8692"/>
              <a:lumOff val="-4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5813E3-DF47-48E7-A31E-E3E95E3A6837}">
      <dsp:nvSpPr>
        <dsp:cNvPr id="0" name=""/>
        <dsp:cNvSpPr/>
      </dsp:nvSpPr>
      <dsp:spPr>
        <a:xfrm>
          <a:off x="2068157" y="195406"/>
          <a:ext cx="3878058" cy="1346798"/>
        </a:xfrm>
        <a:prstGeom prst="ellipse">
          <a:avLst/>
        </a:prstGeom>
        <a:solidFill>
          <a:schemeClr val="accent6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8AEA10-BC04-474D-8D61-B7256ECFDF1E}">
      <dsp:nvSpPr>
        <dsp:cNvPr id="0" name=""/>
        <dsp:cNvSpPr/>
      </dsp:nvSpPr>
      <dsp:spPr>
        <a:xfrm>
          <a:off x="3637418" y="3493258"/>
          <a:ext cx="751561" cy="480999"/>
        </a:xfrm>
        <a:prstGeom prst="downArrow">
          <a:avLst/>
        </a:prstGeom>
        <a:gradFill rotWithShape="0">
          <a:gsLst>
            <a:gs pos="0">
              <a:schemeClr val="accent6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/>
      </dsp:style>
    </dsp:sp>
    <dsp:sp modelId="{6B5B2FFE-B76F-46BC-BBC9-65097A623586}">
      <dsp:nvSpPr>
        <dsp:cNvPr id="0" name=""/>
        <dsp:cNvSpPr/>
      </dsp:nvSpPr>
      <dsp:spPr>
        <a:xfrm>
          <a:off x="2209451" y="3878058"/>
          <a:ext cx="3607496" cy="901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Pérennité &amp; ouverture sur l’innovation</a:t>
          </a:r>
        </a:p>
      </dsp:txBody>
      <dsp:txXfrm>
        <a:off x="2209451" y="3878058"/>
        <a:ext cx="3607496" cy="901874"/>
      </dsp:txXfrm>
    </dsp:sp>
    <dsp:sp modelId="{982545D6-1E58-440D-8D33-24C00C5AA71C}">
      <dsp:nvSpPr>
        <dsp:cNvPr id="0" name=""/>
        <dsp:cNvSpPr/>
      </dsp:nvSpPr>
      <dsp:spPr>
        <a:xfrm>
          <a:off x="3478087" y="1646220"/>
          <a:ext cx="1352811" cy="1352811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400" kern="1200" dirty="0"/>
            <a:t>CI/CD &amp; TDD envisageable </a:t>
          </a:r>
        </a:p>
      </dsp:txBody>
      <dsp:txXfrm>
        <a:off x="3676202" y="1844335"/>
        <a:ext cx="956581" cy="956581"/>
      </dsp:txXfrm>
    </dsp:sp>
    <dsp:sp modelId="{18DCEA84-9C9F-4D58-864E-EDA99BD16489}">
      <dsp:nvSpPr>
        <dsp:cNvPr id="0" name=""/>
        <dsp:cNvSpPr/>
      </dsp:nvSpPr>
      <dsp:spPr>
        <a:xfrm>
          <a:off x="2510076" y="631311"/>
          <a:ext cx="1352811" cy="1352811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050" kern="1200" dirty="0"/>
            <a:t>Développement modulaire</a:t>
          </a:r>
        </a:p>
      </dsp:txBody>
      <dsp:txXfrm>
        <a:off x="2708191" y="829426"/>
        <a:ext cx="956581" cy="956581"/>
      </dsp:txXfrm>
    </dsp:sp>
    <dsp:sp modelId="{1BF29FEE-542A-4D8E-BB50-578C0D011595}">
      <dsp:nvSpPr>
        <dsp:cNvPr id="0" name=""/>
        <dsp:cNvSpPr/>
      </dsp:nvSpPr>
      <dsp:spPr>
        <a:xfrm>
          <a:off x="3892949" y="304232"/>
          <a:ext cx="1352811" cy="1352811"/>
        </a:xfrm>
        <a:prstGeom prst="ellips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Architecture modernisée</a:t>
          </a:r>
        </a:p>
      </dsp:txBody>
      <dsp:txXfrm>
        <a:off x="4091064" y="502347"/>
        <a:ext cx="956581" cy="956581"/>
      </dsp:txXfrm>
    </dsp:sp>
    <dsp:sp modelId="{0EDF1273-1B34-4CF6-904A-08BD49A6F2F0}">
      <dsp:nvSpPr>
        <dsp:cNvPr id="0" name=""/>
        <dsp:cNvSpPr/>
      </dsp:nvSpPr>
      <dsp:spPr>
        <a:xfrm>
          <a:off x="1908826" y="30062"/>
          <a:ext cx="4208745" cy="3366996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70DDCE-FF89-4273-95EC-DB4E5E14FAF7}">
      <dsp:nvSpPr>
        <dsp:cNvPr id="0" name=""/>
        <dsp:cNvSpPr/>
      </dsp:nvSpPr>
      <dsp:spPr>
        <a:xfrm>
          <a:off x="656893" y="0"/>
          <a:ext cx="7444795" cy="5591682"/>
        </a:xfrm>
        <a:prstGeom prst="rightArrow">
          <a:avLst/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4947EA-75C1-47CB-BC09-4F98ED2B4B69}">
      <dsp:nvSpPr>
        <dsp:cNvPr id="0" name=""/>
        <dsp:cNvSpPr/>
      </dsp:nvSpPr>
      <dsp:spPr>
        <a:xfrm>
          <a:off x="4383" y="1677504"/>
          <a:ext cx="2108389" cy="223667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Projet complexe</a:t>
          </a:r>
        </a:p>
      </dsp:txBody>
      <dsp:txXfrm>
        <a:off x="107306" y="1780427"/>
        <a:ext cx="1902543" cy="2030826"/>
      </dsp:txXfrm>
    </dsp:sp>
    <dsp:sp modelId="{73B6C3C9-B533-4587-9652-0C2FAC03165C}">
      <dsp:nvSpPr>
        <dsp:cNvPr id="0" name=""/>
        <dsp:cNvSpPr/>
      </dsp:nvSpPr>
      <dsp:spPr>
        <a:xfrm>
          <a:off x="2218192" y="1677504"/>
          <a:ext cx="2108389" cy="2236672"/>
        </a:xfrm>
        <a:prstGeom prst="roundRect">
          <a:avLst/>
        </a:prstGeom>
        <a:solidFill>
          <a:schemeClr val="accent5">
            <a:hueOff val="120002"/>
            <a:satOff val="2897"/>
            <a:lumOff val="-1398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Autonomie / gestion d’imprévus</a:t>
          </a:r>
        </a:p>
      </dsp:txBody>
      <dsp:txXfrm>
        <a:off x="2321115" y="1780427"/>
        <a:ext cx="1902543" cy="2030826"/>
      </dsp:txXfrm>
    </dsp:sp>
    <dsp:sp modelId="{083B5D2D-C130-4B29-8A65-A3D523C023A8}">
      <dsp:nvSpPr>
        <dsp:cNvPr id="0" name=""/>
        <dsp:cNvSpPr/>
      </dsp:nvSpPr>
      <dsp:spPr>
        <a:xfrm>
          <a:off x="4432001" y="1677504"/>
          <a:ext cx="2108389" cy="2236672"/>
        </a:xfrm>
        <a:prstGeom prst="roundRect">
          <a:avLst/>
        </a:prstGeom>
        <a:solidFill>
          <a:schemeClr val="accent5">
            <a:hueOff val="240004"/>
            <a:satOff val="5795"/>
            <a:lumOff val="-279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Direction technique et managérial</a:t>
          </a:r>
        </a:p>
      </dsp:txBody>
      <dsp:txXfrm>
        <a:off x="4534924" y="1780427"/>
        <a:ext cx="1902543" cy="2030826"/>
      </dsp:txXfrm>
    </dsp:sp>
    <dsp:sp modelId="{B2BC7C9F-6DD6-4187-8E2D-E73782C3E7A5}">
      <dsp:nvSpPr>
        <dsp:cNvPr id="0" name=""/>
        <dsp:cNvSpPr/>
      </dsp:nvSpPr>
      <dsp:spPr>
        <a:xfrm>
          <a:off x="6645810" y="1677504"/>
          <a:ext cx="2108389" cy="2236672"/>
        </a:xfrm>
        <a:prstGeom prst="roundRect">
          <a:avLst/>
        </a:prstGeom>
        <a:solidFill>
          <a:schemeClr val="accent5">
            <a:hueOff val="360006"/>
            <a:satOff val="8692"/>
            <a:lumOff val="-4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/>
            <a:t>Chef de projet / consultant</a:t>
          </a:r>
        </a:p>
      </dsp:txBody>
      <dsp:txXfrm>
        <a:off x="6748733" y="1780427"/>
        <a:ext cx="1902543" cy="20308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Diapositive 1 : Historique et Contexte Général</a:t>
            </a:r>
          </a:p>
          <a:p>
            <a:endParaRPr lang="fr-FR" b="1" dirty="0"/>
          </a:p>
          <a:p>
            <a:r>
              <a:rPr lang="fr-FR" b="1" dirty="0"/>
              <a:t>Création :</a:t>
            </a:r>
            <a:r>
              <a:rPr lang="fr-FR" dirty="0"/>
              <a:t> PICC Solution (Privet Innovation Compétence Center), entreprise suisse fondée en 2020.</a:t>
            </a:r>
          </a:p>
          <a:p>
            <a:endParaRPr lang="fr-FR" dirty="0"/>
          </a:p>
          <a:p>
            <a:r>
              <a:rPr lang="fr-FR" b="1" dirty="0"/>
              <a:t>Origine du projet :</a:t>
            </a:r>
            <a:endParaRPr lang="fr-FR" dirty="0"/>
          </a:p>
          <a:p>
            <a:pPr lvl="1"/>
            <a:r>
              <a:rPr lang="fr-FR" dirty="0"/>
              <a:t>Issu d’un consortium européen réunissant Arcelor Mittal, Alstom et le gouvernement français.</a:t>
            </a:r>
          </a:p>
          <a:p>
            <a:pPr lvl="1"/>
            <a:r>
              <a:rPr lang="fr-FR" dirty="0"/>
              <a:t>Réflexion motivée par le besoin urgent d’aider les entreprises européennes à innover face à la montée en puissance de l’Asie dans la recherche.</a:t>
            </a:r>
          </a:p>
          <a:p>
            <a:pPr lvl="1"/>
            <a:endParaRPr lang="fr-FR" dirty="0"/>
          </a:p>
          <a:p>
            <a:r>
              <a:rPr lang="fr-FR" b="1" dirty="0"/>
              <a:t>Principes fondateurs :</a:t>
            </a:r>
            <a:endParaRPr lang="fr-FR" dirty="0"/>
          </a:p>
          <a:p>
            <a:pPr lvl="1"/>
            <a:r>
              <a:rPr lang="fr-FR" dirty="0"/>
              <a:t>Diversité des profils et des cultures pour stimuler l’innovation.</a:t>
            </a:r>
          </a:p>
          <a:p>
            <a:pPr lvl="1"/>
            <a:r>
              <a:rPr lang="fr-FR" dirty="0"/>
              <a:t>Sélection scientifique et objective des idées (exclusion des biais liés au charisme ou à l’influence).</a:t>
            </a:r>
          </a:p>
          <a:p>
            <a:pPr lvl="1"/>
            <a:endParaRPr lang="fr-FR" dirty="0"/>
          </a:p>
          <a:p>
            <a:r>
              <a:rPr lang="fr-FR" b="1" dirty="0"/>
              <a:t>Dirigeants actuels :</a:t>
            </a:r>
            <a:endParaRPr lang="fr-FR" dirty="0"/>
          </a:p>
          <a:p>
            <a:pPr lvl="1"/>
            <a:r>
              <a:rPr lang="fr-FR" dirty="0"/>
              <a:t>Contant Ondo (CEO) et Simon </a:t>
            </a:r>
            <a:r>
              <a:rPr lang="fr-FR" dirty="0" err="1"/>
              <a:t>Fuhlhaber</a:t>
            </a:r>
            <a:r>
              <a:rPr lang="fr-FR" dirty="0"/>
              <a:t> (CTO).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Domaine d’Activité et Positionnement</a:t>
            </a:r>
          </a:p>
          <a:p>
            <a:endParaRPr lang="fr-FR" b="1" dirty="0"/>
          </a:p>
          <a:p>
            <a:r>
              <a:rPr lang="fr-FR" b="1" dirty="0"/>
              <a:t>Gestion de connaissances industrielles :</a:t>
            </a:r>
          </a:p>
          <a:p>
            <a:endParaRPr lang="fr-FR" dirty="0"/>
          </a:p>
          <a:p>
            <a:pPr lvl="1"/>
            <a:r>
              <a:rPr lang="fr-FR" dirty="0"/>
              <a:t>Centralisation, fiabilisation et valorisation des données industrielles.</a:t>
            </a:r>
          </a:p>
          <a:p>
            <a:pPr lvl="1"/>
            <a:r>
              <a:rPr lang="fr-FR" dirty="0"/>
              <a:t>Utilisation d’intelligence artificielle (IA) pour gérer et analyser les données complexes, via l’approche "problème-solution".</a:t>
            </a:r>
          </a:p>
          <a:p>
            <a:pPr lvl="1"/>
            <a:endParaRPr lang="fr-FR" dirty="0"/>
          </a:p>
          <a:p>
            <a:r>
              <a:rPr lang="fr-FR" b="1" dirty="0"/>
              <a:t>Intelligence Collective :</a:t>
            </a:r>
          </a:p>
          <a:p>
            <a:endParaRPr lang="fr-FR" dirty="0"/>
          </a:p>
          <a:p>
            <a:pPr lvl="1"/>
            <a:r>
              <a:rPr lang="fr-FR" dirty="0"/>
              <a:t>Mise à disposition des savoir-faire de l’entreprise.</a:t>
            </a:r>
          </a:p>
          <a:p>
            <a:pPr lvl="1"/>
            <a:r>
              <a:rPr lang="fr-FR" dirty="0"/>
              <a:t>Accompagnement à la prise de décision, anticipation et résolution proactive des problèmes.</a:t>
            </a:r>
          </a:p>
          <a:p>
            <a:pPr lvl="1"/>
            <a:r>
              <a:rPr lang="fr-FR" dirty="0"/>
              <a:t>Capitalisation des retours d’expérience.</a:t>
            </a:r>
          </a:p>
          <a:p>
            <a:pPr lvl="1"/>
            <a:endParaRPr lang="fr-FR" dirty="0"/>
          </a:p>
          <a:p>
            <a:r>
              <a:rPr lang="fr-FR" b="1" dirty="0"/>
              <a:t>Positionnement Marché :</a:t>
            </a:r>
          </a:p>
          <a:p>
            <a:endParaRPr lang="fr-FR" dirty="0"/>
          </a:p>
          <a:p>
            <a:pPr lvl="1"/>
            <a:r>
              <a:rPr lang="fr-FR" dirty="0"/>
              <a:t>Principalement les entreprises manufacturières en transition vers l’industrie 4.0.</a:t>
            </a:r>
          </a:p>
          <a:p>
            <a:pPr lvl="1"/>
            <a:r>
              <a:rPr lang="fr-FR" dirty="0"/>
              <a:t>Soutien aux collectivités territoriales (ex : Région Grand Est, Business </a:t>
            </a:r>
            <a:r>
              <a:rPr lang="fr-FR" dirty="0" err="1"/>
              <a:t>Act</a:t>
            </a:r>
            <a:r>
              <a:rPr lang="fr-FR" dirty="0"/>
              <a:t> Grand Est) par l’analyse de grandes masses d’informations pour faciliter les décisions stratégiques.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A444F-7B1C-D04B-7490-586BFA69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B5AC0-BC8B-F153-CDE4-F870DD0FC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FCE24-B285-B696-1663-4BE0A5FAF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Technologie et Organisation Interne</a:t>
            </a:r>
          </a:p>
          <a:p>
            <a:endParaRPr lang="fr-FR" b="1" dirty="0"/>
          </a:p>
          <a:p>
            <a:r>
              <a:rPr lang="fr-FR" b="1" dirty="0"/>
              <a:t>Technologies clés :</a:t>
            </a:r>
          </a:p>
          <a:p>
            <a:endParaRPr lang="fr-FR" dirty="0"/>
          </a:p>
          <a:p>
            <a:pPr lvl="1"/>
            <a:r>
              <a:rPr lang="fr-FR" b="1" dirty="0" err="1"/>
              <a:t>Knowledge</a:t>
            </a:r>
            <a:r>
              <a:rPr lang="fr-FR" b="1" dirty="0"/>
              <a:t> </a:t>
            </a:r>
            <a:r>
              <a:rPr lang="fr-FR" b="1" dirty="0" err="1"/>
              <a:t>Map</a:t>
            </a:r>
            <a:r>
              <a:rPr lang="fr-FR" b="1" dirty="0"/>
              <a:t> (KMAP) :</a:t>
            </a:r>
            <a:r>
              <a:rPr lang="fr-FR" dirty="0"/>
              <a:t> Structuration systémique de connaissances sous forme de problèmes, solutions et entités (personnes, machines, procédures).</a:t>
            </a:r>
          </a:p>
          <a:p>
            <a:pPr lvl="1"/>
            <a:endParaRPr lang="fr-FR" dirty="0"/>
          </a:p>
          <a:p>
            <a:pPr lvl="1"/>
            <a:r>
              <a:rPr lang="fr-FR" b="1" dirty="0"/>
              <a:t>Intelligence artificielle :</a:t>
            </a:r>
            <a:r>
              <a:rPr lang="fr-FR" dirty="0"/>
              <a:t> Modèles LLM (Large </a:t>
            </a:r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Models</a:t>
            </a:r>
            <a:r>
              <a:rPr lang="fr-FR" dirty="0"/>
              <a:t>) et RAG (</a:t>
            </a:r>
            <a:r>
              <a:rPr lang="fr-FR" dirty="0" err="1"/>
              <a:t>Retrieval-Augmented</a:t>
            </a:r>
            <a:r>
              <a:rPr lang="fr-FR" dirty="0"/>
              <a:t> </a:t>
            </a:r>
            <a:r>
              <a:rPr lang="fr-FR" dirty="0" err="1"/>
              <a:t>Generation</a:t>
            </a:r>
            <a:r>
              <a:rPr lang="fr-FR" dirty="0"/>
              <a:t>) pour interpréter, structurer, et analyser les informations.</a:t>
            </a:r>
          </a:p>
          <a:p>
            <a:pPr lvl="1"/>
            <a:endParaRPr lang="fr-FR" dirty="0"/>
          </a:p>
          <a:p>
            <a:pPr lvl="1"/>
            <a:r>
              <a:rPr lang="fr-FR" b="1" dirty="0"/>
              <a:t>IoT et données industrielles :</a:t>
            </a:r>
            <a:r>
              <a:rPr lang="fr-FR" dirty="0"/>
              <a:t> Génération de diagnostics précis et recommandations proactives en analysant des données opérationnelles (température, pression, vitesse).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285D9-6879-CF12-6105-6C4B9984C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928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9C5D-BFCE-3788-27C7-A0BAB764E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0C427-253E-52CF-44D6-3F27C212E1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CAD6BB-2B46-E338-43D4-55F668730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b="1" dirty="0"/>
              <a:t>Problème stratégique pour PICC :</a:t>
            </a:r>
          </a:p>
          <a:p>
            <a:endParaRPr lang="fr-FR" dirty="0"/>
          </a:p>
          <a:p>
            <a:r>
              <a:rPr lang="fr-FR" dirty="0"/>
              <a:t>AngularJS abandonné par Google depuis décembre 2021</a:t>
            </a:r>
          </a:p>
          <a:p>
            <a:r>
              <a:rPr lang="fr-FR" dirty="0"/>
              <a:t>Plus de </a:t>
            </a:r>
            <a:r>
              <a:rPr lang="fr-FR" b="1" dirty="0"/>
              <a:t>3 applications</a:t>
            </a:r>
            <a:r>
              <a:rPr lang="fr-FR" dirty="0"/>
              <a:t> concernées, avec une dizaine de modules</a:t>
            </a:r>
          </a:p>
          <a:p>
            <a:r>
              <a:rPr lang="fr-FR" dirty="0"/>
              <a:t>Dépendance forte à une technologie </a:t>
            </a:r>
            <a:r>
              <a:rPr lang="fr-FR" b="1" dirty="0"/>
              <a:t>non maintenue</a:t>
            </a:r>
          </a:p>
          <a:p>
            <a:endParaRPr lang="fr-FR" dirty="0"/>
          </a:p>
          <a:p>
            <a:r>
              <a:rPr lang="fr-FR" b="1" dirty="0"/>
              <a:t>Conséquences techniques :</a:t>
            </a:r>
          </a:p>
          <a:p>
            <a:endParaRPr lang="fr-FR" dirty="0"/>
          </a:p>
          <a:p>
            <a:r>
              <a:rPr lang="fr-FR" dirty="0"/>
              <a:t>Risques de </a:t>
            </a:r>
            <a:r>
              <a:rPr lang="fr-FR" b="1" dirty="0"/>
              <a:t>faille de sécurité</a:t>
            </a:r>
            <a:endParaRPr lang="fr-FR" dirty="0"/>
          </a:p>
          <a:p>
            <a:r>
              <a:rPr lang="fr-FR" dirty="0"/>
              <a:t>Incompatibilité avec les </a:t>
            </a:r>
            <a:r>
              <a:rPr lang="fr-FR" b="1" dirty="0"/>
              <a:t>navigateurs récents</a:t>
            </a:r>
            <a:endParaRPr lang="fr-FR" dirty="0"/>
          </a:p>
          <a:p>
            <a:r>
              <a:rPr lang="fr-FR" dirty="0"/>
              <a:t>Difficulté à intégrer des </a:t>
            </a:r>
            <a:r>
              <a:rPr lang="fr-FR" b="1" dirty="0"/>
              <a:t>nouvelles bibliothèques</a:t>
            </a:r>
            <a:endParaRPr lang="fr-FR" dirty="0"/>
          </a:p>
          <a:p>
            <a:r>
              <a:rPr lang="fr-FR" dirty="0"/>
              <a:t>Obstacle à l’utilisation de </a:t>
            </a:r>
            <a:r>
              <a:rPr lang="fr-FR" b="1" dirty="0"/>
              <a:t>TypeScript</a:t>
            </a:r>
            <a:r>
              <a:rPr lang="fr-FR" dirty="0"/>
              <a:t>, </a:t>
            </a:r>
            <a:r>
              <a:rPr lang="fr-FR" b="1" dirty="0"/>
              <a:t>module loaders</a:t>
            </a:r>
            <a:r>
              <a:rPr lang="fr-FR" dirty="0"/>
              <a:t>, etc.</a:t>
            </a:r>
          </a:p>
          <a:p>
            <a:endParaRPr lang="fr-FR" dirty="0"/>
          </a:p>
          <a:p>
            <a:r>
              <a:rPr lang="fr-FR" b="1" dirty="0"/>
              <a:t>Impact managérial :</a:t>
            </a:r>
          </a:p>
          <a:p>
            <a:endParaRPr lang="fr-FR" dirty="0"/>
          </a:p>
          <a:p>
            <a:r>
              <a:rPr lang="fr-FR" dirty="0"/>
              <a:t>Blocage de la montée en compétences des développeurs</a:t>
            </a:r>
          </a:p>
          <a:p>
            <a:r>
              <a:rPr lang="fr-FR" dirty="0"/>
              <a:t>Ralentissement de la modernisation logicielle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6B7A7-AF51-88A5-5DBF-A550D81AB3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0625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1B6B4-081F-18E9-0BCB-8D5766DAC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CFA5C5-075D-C662-1C64-1459F8A7A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3C37A-3ABE-B077-DE47-7CCBA9838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Objectifs techniques :</a:t>
            </a:r>
          </a:p>
          <a:p>
            <a:endParaRPr lang="fr-FR" dirty="0"/>
          </a:p>
          <a:p>
            <a:r>
              <a:rPr lang="fr-FR" dirty="0"/>
              <a:t>Migrer vers </a:t>
            </a:r>
            <a:r>
              <a:rPr lang="fr-FR" b="1" dirty="0"/>
              <a:t>Angular 18</a:t>
            </a:r>
            <a:r>
              <a:rPr lang="fr-FR" dirty="0"/>
              <a:t> de manière </a:t>
            </a:r>
            <a:r>
              <a:rPr lang="fr-FR" b="1" dirty="0"/>
              <a:t>progressive</a:t>
            </a:r>
            <a:r>
              <a:rPr lang="fr-FR" dirty="0"/>
              <a:t> (pas de réécriture totale)</a:t>
            </a:r>
          </a:p>
          <a:p>
            <a:r>
              <a:rPr lang="fr-FR" dirty="0"/>
              <a:t>Intégrer :</a:t>
            </a:r>
          </a:p>
          <a:p>
            <a:pPr lvl="1"/>
            <a:r>
              <a:rPr lang="fr-FR" dirty="0"/>
              <a:t>TypeScript</a:t>
            </a:r>
          </a:p>
          <a:p>
            <a:pPr lvl="1"/>
            <a:r>
              <a:rPr lang="fr-FR" dirty="0"/>
              <a:t>Angular </a:t>
            </a:r>
            <a:r>
              <a:rPr lang="fr-FR" dirty="0" err="1"/>
              <a:t>Material</a:t>
            </a:r>
            <a:endParaRPr lang="fr-FR" dirty="0"/>
          </a:p>
          <a:p>
            <a:pPr lvl="1"/>
            <a:r>
              <a:rPr lang="fr-FR" dirty="0"/>
              <a:t>Tests unitaires</a:t>
            </a:r>
          </a:p>
          <a:p>
            <a:r>
              <a:rPr lang="fr-FR" dirty="0"/>
              <a:t>Réduire la </a:t>
            </a:r>
            <a:r>
              <a:rPr lang="fr-FR" b="1" dirty="0"/>
              <a:t>dette technique</a:t>
            </a:r>
            <a:r>
              <a:rPr lang="fr-FR" dirty="0"/>
              <a:t> accumulée</a:t>
            </a:r>
          </a:p>
          <a:p>
            <a:endParaRPr lang="fr-FR" dirty="0"/>
          </a:p>
          <a:p>
            <a:r>
              <a:rPr lang="fr-FR" b="1" dirty="0"/>
              <a:t>Objectifs managériaux :</a:t>
            </a:r>
          </a:p>
          <a:p>
            <a:endParaRPr lang="fr-FR" dirty="0"/>
          </a:p>
          <a:p>
            <a:r>
              <a:rPr lang="fr-FR" b="1" dirty="0"/>
              <a:t>Assurer la continuité du service</a:t>
            </a:r>
            <a:r>
              <a:rPr lang="fr-FR" dirty="0"/>
              <a:t> pendant la migration</a:t>
            </a:r>
          </a:p>
          <a:p>
            <a:r>
              <a:rPr lang="fr-FR" dirty="0"/>
              <a:t>Maintenir le </a:t>
            </a:r>
            <a:r>
              <a:rPr lang="fr-FR" b="1" dirty="0"/>
              <a:t>rythme de développement des fonctionnalités</a:t>
            </a:r>
            <a:endParaRPr lang="fr-FR" dirty="0"/>
          </a:p>
          <a:p>
            <a:r>
              <a:rPr lang="fr-FR" dirty="0"/>
              <a:t>Garantir la </a:t>
            </a:r>
            <a:r>
              <a:rPr lang="fr-FR" b="1" dirty="0"/>
              <a:t>compatibilité avec l’architecture serveur existante</a:t>
            </a:r>
            <a:endParaRPr lang="fr-F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3DE71-E495-5A34-113C-798DCBA453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12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27832-B5CE-435F-6C11-752C949C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02E348-4AEE-174E-4EFC-656438ED5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C985D0-9B23-8D3C-47D7-3F0E9B863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Équipe projet :</a:t>
            </a:r>
          </a:p>
          <a:p>
            <a:endParaRPr lang="fr-FR" dirty="0"/>
          </a:p>
          <a:p>
            <a:r>
              <a:rPr lang="fr-FR" b="1" dirty="0"/>
              <a:t>Simon </a:t>
            </a:r>
            <a:r>
              <a:rPr lang="fr-FR" b="1" dirty="0" err="1"/>
              <a:t>Fuhlhaber</a:t>
            </a:r>
            <a:r>
              <a:rPr lang="fr-FR" dirty="0"/>
              <a:t> – CTO, rôle de superviseur</a:t>
            </a:r>
          </a:p>
          <a:p>
            <a:r>
              <a:rPr lang="fr-FR" b="1" dirty="0"/>
              <a:t>Moi-même</a:t>
            </a:r>
            <a:r>
              <a:rPr lang="fr-FR" dirty="0"/>
              <a:t> – Chef de projet technique</a:t>
            </a:r>
          </a:p>
          <a:p>
            <a:endParaRPr lang="fr-FR" dirty="0"/>
          </a:p>
          <a:p>
            <a:r>
              <a:rPr lang="fr-FR" b="1" dirty="0"/>
              <a:t>Mes responsabilités :</a:t>
            </a:r>
          </a:p>
          <a:p>
            <a:endParaRPr lang="fr-FR" dirty="0"/>
          </a:p>
          <a:p>
            <a:r>
              <a:rPr lang="fr-FR" dirty="0"/>
              <a:t>Recherches sur les </a:t>
            </a:r>
            <a:r>
              <a:rPr lang="fr-FR" b="1" dirty="0"/>
              <a:t>stratégies de migration</a:t>
            </a:r>
          </a:p>
          <a:p>
            <a:endParaRPr lang="fr-FR" dirty="0"/>
          </a:p>
          <a:p>
            <a:r>
              <a:rPr lang="fr-FR" dirty="0"/>
              <a:t>Mise en place d’une </a:t>
            </a:r>
            <a:r>
              <a:rPr lang="fr-FR" b="1" dirty="0"/>
              <a:t>architecture hybride AngularJS / Angular18</a:t>
            </a:r>
            <a:endParaRPr lang="fr-FR" dirty="0"/>
          </a:p>
          <a:p>
            <a:r>
              <a:rPr lang="fr-FR" b="1" dirty="0"/>
              <a:t>Suivi de projet</a:t>
            </a:r>
            <a:r>
              <a:rPr lang="fr-FR" dirty="0"/>
              <a:t> via des outils agiles (Kanban, documentation)</a:t>
            </a:r>
          </a:p>
          <a:p>
            <a:r>
              <a:rPr lang="fr-FR" b="1" dirty="0"/>
              <a:t>Rédaction de documentation</a:t>
            </a:r>
            <a:r>
              <a:rPr lang="fr-FR" dirty="0"/>
              <a:t> technique pour Angular moderne</a:t>
            </a:r>
          </a:p>
          <a:p>
            <a:r>
              <a:rPr lang="fr-FR" b="1" dirty="0"/>
              <a:t>Coordination</a:t>
            </a:r>
            <a:r>
              <a:rPr lang="fr-FR" dirty="0"/>
              <a:t> avec les développeurs et validation des étapes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741B5-784F-0655-E866-C4AFE56ED5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748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6D39C-9DB8-13AF-17AB-3A658D493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967AB-2AC3-74A1-5376-0DB05D7CDA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674CFA-9489-6260-C4B6-2B0E51E77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905F0-43D2-D2AD-A084-2517846B7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5108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CA7D-B0EA-CFB2-750C-4A5377458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FCAC2-AC03-C289-18CD-AC2D152A8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7603DA-23EE-24DD-30D8-9C320A664C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❌ Réécriture complète écartée :</a:t>
            </a:r>
          </a:p>
          <a:p>
            <a:endParaRPr lang="fr-FR" b="1" dirty="0"/>
          </a:p>
          <a:p>
            <a:r>
              <a:rPr lang="fr-FR" dirty="0"/>
              <a:t>Trop coûteuse pour une </a:t>
            </a:r>
            <a:r>
              <a:rPr lang="fr-FR" b="1" dirty="0"/>
              <a:t>application monolithique de grande taille</a:t>
            </a:r>
            <a:endParaRPr lang="fr-FR" dirty="0"/>
          </a:p>
          <a:p>
            <a:r>
              <a:rPr lang="fr-FR" dirty="0"/>
              <a:t>Risque de </a:t>
            </a:r>
            <a:r>
              <a:rPr lang="fr-FR" b="1" dirty="0"/>
              <a:t>retards chroniques</a:t>
            </a:r>
            <a:r>
              <a:rPr lang="fr-FR" dirty="0"/>
              <a:t> et de </a:t>
            </a:r>
            <a:r>
              <a:rPr lang="fr-FR" b="1" dirty="0"/>
              <a:t>fonctionnalités oubliées</a:t>
            </a:r>
            <a:endParaRPr lang="fr-FR" dirty="0"/>
          </a:p>
          <a:p>
            <a:r>
              <a:rPr lang="fr-FR" dirty="0"/>
              <a:t>Nécessite un double maintien : AngularJS </a:t>
            </a:r>
            <a:r>
              <a:rPr lang="fr-FR" i="1" dirty="0"/>
              <a:t>et</a:t>
            </a:r>
            <a:r>
              <a:rPr lang="fr-FR" dirty="0"/>
              <a:t> Angular18</a:t>
            </a:r>
          </a:p>
          <a:p>
            <a:r>
              <a:rPr lang="fr-FR" dirty="0"/>
              <a:t>Incompatible avec notre besoin de </a:t>
            </a:r>
            <a:r>
              <a:rPr lang="fr-FR" b="1" dirty="0"/>
              <a:t>continuité du développement</a:t>
            </a:r>
          </a:p>
          <a:p>
            <a:endParaRPr lang="fr-FR" dirty="0"/>
          </a:p>
          <a:p>
            <a:r>
              <a:rPr lang="fr-FR" b="1" dirty="0"/>
              <a:t>✅ Migration incrémentale retenue :</a:t>
            </a:r>
          </a:p>
          <a:p>
            <a:endParaRPr lang="fr-FR" b="1" dirty="0"/>
          </a:p>
          <a:p>
            <a:r>
              <a:rPr lang="fr-FR" dirty="0"/>
              <a:t>Utilisation des </a:t>
            </a:r>
            <a:r>
              <a:rPr lang="fr-FR" b="1" dirty="0"/>
              <a:t>modules Upgrade et Downgrade</a:t>
            </a:r>
            <a:endParaRPr lang="fr-FR" dirty="0"/>
          </a:p>
          <a:p>
            <a:r>
              <a:rPr lang="fr-FR" b="1" dirty="0"/>
              <a:t>Cohabitation progressive</a:t>
            </a:r>
            <a:r>
              <a:rPr lang="fr-FR" dirty="0"/>
              <a:t> des deux </a:t>
            </a:r>
            <a:r>
              <a:rPr lang="fr-FR" dirty="0" err="1"/>
              <a:t>frameworks</a:t>
            </a:r>
            <a:r>
              <a:rPr lang="fr-FR" dirty="0"/>
              <a:t> (AngularJS + Angular18)</a:t>
            </a:r>
          </a:p>
          <a:p>
            <a:r>
              <a:rPr lang="fr-FR" dirty="0"/>
              <a:t>Préserve l’ensemble des fonctionnalités existantes</a:t>
            </a:r>
          </a:p>
          <a:p>
            <a:r>
              <a:rPr lang="fr-FR" b="1" dirty="0"/>
              <a:t>Réduction des risques techniques</a:t>
            </a:r>
            <a:r>
              <a:rPr lang="fr-FR" dirty="0"/>
              <a:t> : montée en compétence + migration par étape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F8FB7-BD6F-D5E1-759C-88151C5B92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632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5DE88-DA7E-1933-23A9-C8C5D47E8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F6F35-74C3-EA97-0466-710AD619D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82430-4CD9-9F16-4C08-E5B60228E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🧱 Pourquoi pas Bottom-Up :</a:t>
            </a:r>
          </a:p>
          <a:p>
            <a:endParaRPr lang="fr-FR" b="1" dirty="0"/>
          </a:p>
          <a:p>
            <a:r>
              <a:rPr lang="fr-FR" dirty="0"/>
              <a:t>Installation simple, mais trop dépendant d’AngularJS</a:t>
            </a:r>
          </a:p>
          <a:p>
            <a:r>
              <a:rPr lang="fr-FR" dirty="0"/>
              <a:t>Routage unifié difficile à mettre en œuvre</a:t>
            </a:r>
          </a:p>
          <a:p>
            <a:r>
              <a:rPr lang="fr-FR" dirty="0"/>
              <a:t>Migration lente et peu rentable à long terme</a:t>
            </a:r>
          </a:p>
          <a:p>
            <a:endParaRPr lang="fr-FR" dirty="0"/>
          </a:p>
          <a:p>
            <a:r>
              <a:rPr lang="fr-FR" b="1" dirty="0"/>
              <a:t>🏗️ Pourquoi Top-Down :</a:t>
            </a:r>
          </a:p>
          <a:p>
            <a:endParaRPr lang="fr-FR" b="1" dirty="0"/>
          </a:p>
          <a:p>
            <a:r>
              <a:rPr lang="fr-FR" dirty="0"/>
              <a:t>Permet une </a:t>
            </a:r>
            <a:r>
              <a:rPr lang="fr-FR" b="1" dirty="0"/>
              <a:t>architecture moderne dès le départ</a:t>
            </a:r>
            <a:endParaRPr lang="fr-FR" dirty="0"/>
          </a:p>
          <a:p>
            <a:r>
              <a:rPr lang="fr-FR" dirty="0"/>
              <a:t>Angular devient le </a:t>
            </a:r>
            <a:r>
              <a:rPr lang="fr-FR" b="1" dirty="0"/>
              <a:t>cadre principal</a:t>
            </a:r>
            <a:r>
              <a:rPr lang="fr-FR" dirty="0"/>
              <a:t> de l’application</a:t>
            </a:r>
          </a:p>
          <a:p>
            <a:r>
              <a:rPr lang="fr-FR" dirty="0"/>
              <a:t>Facilite l’intégration de nouvelles </a:t>
            </a:r>
            <a:r>
              <a:rPr lang="fr-FR" b="1" dirty="0"/>
              <a:t>librairies Angular (</a:t>
            </a:r>
            <a:r>
              <a:rPr lang="fr-FR" b="1" dirty="0" err="1"/>
              <a:t>Material</a:t>
            </a:r>
            <a:r>
              <a:rPr lang="fr-FR" b="1" dirty="0"/>
              <a:t>, TypeScript, etc.)</a:t>
            </a:r>
          </a:p>
          <a:p>
            <a:endParaRPr lang="fr-FR" dirty="0"/>
          </a:p>
          <a:p>
            <a:r>
              <a:rPr lang="fr-FR" dirty="0"/>
              <a:t>Oblige une </a:t>
            </a:r>
            <a:r>
              <a:rPr lang="fr-FR" b="1" dirty="0"/>
              <a:t>refonte de la structure :</a:t>
            </a:r>
            <a:endParaRPr lang="fr-FR" dirty="0"/>
          </a:p>
          <a:p>
            <a:pPr lvl="1"/>
            <a:r>
              <a:rPr lang="fr-FR" dirty="0"/>
              <a:t>Rule of One : 1 fichier = 1 composant</a:t>
            </a:r>
          </a:p>
          <a:p>
            <a:pPr lvl="1"/>
            <a:r>
              <a:rPr lang="fr-FR" dirty="0"/>
              <a:t>POO : classes, constructeurs, méthodes</a:t>
            </a:r>
          </a:p>
          <a:p>
            <a:pPr lvl="1"/>
            <a:r>
              <a:rPr lang="fr-FR" dirty="0"/>
              <a:t>Passage au système d'import ES6 via NPM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1260B5-0960-1CF5-1351-699906C26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594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0583-9E97-CAC1-5987-CEACC34E6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208B36-4082-070D-99E7-ED7C2AAD7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A67A7-6C0A-D892-C6B7-89DE73FA1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6C9ED-9226-ABBE-F6C9-2EDB2733E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95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143E-0B72-2322-331E-D954984FD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D5638-C9B4-45A6-E303-3072FFFAF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D8B39-AA20-C43E-430B-755209C75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F9F65-E785-6205-4E5C-3FD058F3F7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2790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0D46A-F63C-F8DA-ADA4-140DEB5B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EF3A0E-0CEC-F89C-AA82-4565D6F195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1C8B9-E8D1-A1BE-E40C-5910759DFF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Les corposants </a:t>
            </a:r>
            <a:r>
              <a:rPr lang="en-US" dirty="0" err="1"/>
              <a:t>ou</a:t>
            </a:r>
            <a:r>
              <a:rPr lang="en-US" dirty="0"/>
              <a:t> services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instancié</a:t>
            </a:r>
            <a:r>
              <a:rPr lang="en-US" dirty="0"/>
              <a:t> deux </a:t>
            </a:r>
            <a:r>
              <a:rPr lang="en-US" dirty="0" err="1"/>
              <a:t>fois</a:t>
            </a:r>
            <a:r>
              <a:rPr lang="en-US" dirty="0"/>
              <a:t> </a:t>
            </a:r>
          </a:p>
          <a:p>
            <a:pPr marL="171450" indent="-171450">
              <a:buFontTx/>
              <a:buChar char="-"/>
            </a:pPr>
            <a:r>
              <a:rPr lang="en-US" dirty="0"/>
              <a:t>Ralentissement à </a:t>
            </a:r>
            <a:r>
              <a:rPr lang="en-US" dirty="0" err="1"/>
              <a:t>prévoir</a:t>
            </a:r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E3BDD-7415-5ADE-C468-A19BEB2E3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824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71FED-A0BA-23B1-805D-60B490E7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730E7-F88F-2DB5-49C0-B09186FC9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7A381-20DA-9C03-90A8-D377C3BBD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Mise en place des principes :</a:t>
            </a:r>
          </a:p>
          <a:p>
            <a:endParaRPr lang="fr-FR" dirty="0"/>
          </a:p>
          <a:p>
            <a:r>
              <a:rPr lang="fr-FR" dirty="0"/>
              <a:t>Rule of One (1 fichier = 1 fonction) =&gt; découpage des fichiers </a:t>
            </a:r>
          </a:p>
          <a:p>
            <a:endParaRPr lang="fr-FR" dirty="0"/>
          </a:p>
          <a:p>
            <a:r>
              <a:rPr lang="fr-FR" dirty="0" err="1"/>
              <a:t>Feature</a:t>
            </a:r>
            <a:r>
              <a:rPr lang="fr-FR" dirty="0"/>
              <a:t> folder structure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Introduction de TypeScript et POO (classes ES6) =&gt; très long </a:t>
            </a:r>
          </a:p>
          <a:p>
            <a:endParaRPr lang="fr-FR" dirty="0"/>
          </a:p>
          <a:p>
            <a:r>
              <a:rPr lang="fr-FR" dirty="0"/>
              <a:t>Impossibilité d’utiliser la stratégie TOP-DOWN sans mettre en place la POO 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28822-65A0-3CAC-B74B-152831ACF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9694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109BF-BD73-72EA-FAD7-7FF2FD652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D55D6-9FFE-B19B-985C-AEA788195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C52C8-BC18-A42F-3EC3-6741D33F2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96E71-218A-B84C-171B-D66F4D9DBE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14362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A2615-D029-F3D9-D97C-8F74370D7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70AB6-C1A8-10ED-B990-A053A5259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DC2CE-1186-67E5-9F22-40AE3B33C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🎯 Objectif atteint : assurer la </a:t>
            </a:r>
            <a:r>
              <a:rPr lang="fr-FR" b="1" dirty="0"/>
              <a:t>migration sans interruption de service</a:t>
            </a:r>
          </a:p>
          <a:p>
            <a:endParaRPr lang="fr-FR" dirty="0"/>
          </a:p>
          <a:p>
            <a:r>
              <a:rPr lang="fr-FR" dirty="0"/>
              <a:t>🔁 </a:t>
            </a:r>
            <a:r>
              <a:rPr lang="fr-FR" b="1" dirty="0"/>
              <a:t>Méthodologie Top-Down</a:t>
            </a:r>
            <a:r>
              <a:rPr lang="fr-FR" dirty="0"/>
              <a:t> validée → structure modernisée, migration par modules</a:t>
            </a:r>
          </a:p>
          <a:p>
            <a:endParaRPr lang="fr-FR" dirty="0"/>
          </a:p>
          <a:p>
            <a:r>
              <a:rPr lang="fr-FR" dirty="0"/>
              <a:t>📚 Création de </a:t>
            </a:r>
            <a:r>
              <a:rPr lang="fr-FR" b="1" dirty="0"/>
              <a:t>référentiels internes</a:t>
            </a:r>
            <a:r>
              <a:rPr lang="fr-FR" dirty="0"/>
              <a:t> (Angular18, Play Framework)</a:t>
            </a:r>
          </a:p>
          <a:p>
            <a:endParaRPr lang="fr-FR" dirty="0"/>
          </a:p>
          <a:p>
            <a:r>
              <a:rPr lang="fr-FR" dirty="0"/>
              <a:t>🧠 Montée en compétence collective sur :</a:t>
            </a:r>
          </a:p>
          <a:p>
            <a:endParaRPr lang="fr-FR" dirty="0"/>
          </a:p>
          <a:p>
            <a:r>
              <a:rPr lang="fr-FR" dirty="0"/>
              <a:t>Modularisation</a:t>
            </a:r>
          </a:p>
          <a:p>
            <a:r>
              <a:rPr lang="fr-FR" dirty="0"/>
              <a:t>Injection de dépendance</a:t>
            </a:r>
          </a:p>
          <a:p>
            <a:r>
              <a:rPr lang="fr-FR" dirty="0"/>
              <a:t>Détection de changements</a:t>
            </a:r>
          </a:p>
          <a:p>
            <a:endParaRPr lang="fr-FR" dirty="0"/>
          </a:p>
          <a:p>
            <a:r>
              <a:rPr lang="fr-FR" dirty="0"/>
              <a:t>📊 Résultats mesurables :</a:t>
            </a:r>
          </a:p>
          <a:p>
            <a:endParaRPr lang="fr-FR" dirty="0"/>
          </a:p>
          <a:p>
            <a:r>
              <a:rPr lang="fr-FR" dirty="0"/>
              <a:t>Diminution des bugs grâce à TypeScript</a:t>
            </a:r>
          </a:p>
          <a:p>
            <a:r>
              <a:rPr lang="fr-FR" dirty="0"/>
              <a:t>Stabilité globale maintenue malgré quelques ralentissements localisés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D0B28-4AC4-5077-9F41-629F1276E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2701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CA32A-9AFC-B6A9-0D91-58754EBB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E5FC37-CFD1-5C36-952F-1388FC612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58F5A7-CDE1-D202-B719-942631139D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👨‍💼 </a:t>
            </a:r>
            <a:r>
              <a:rPr lang="fr-FR" b="1" dirty="0"/>
              <a:t>Compétences managériales acquises :</a:t>
            </a:r>
          </a:p>
          <a:p>
            <a:endParaRPr lang="fr-FR" dirty="0"/>
          </a:p>
          <a:p>
            <a:r>
              <a:rPr lang="fr-FR" dirty="0"/>
              <a:t>Élaboration d’un </a:t>
            </a:r>
            <a:r>
              <a:rPr lang="fr-FR" b="1" dirty="0"/>
              <a:t>plan de migration</a:t>
            </a:r>
            <a:r>
              <a:rPr lang="fr-FR" dirty="0"/>
              <a:t> progressif</a:t>
            </a:r>
          </a:p>
          <a:p>
            <a:r>
              <a:rPr lang="fr-FR" dirty="0"/>
              <a:t>Gestion des imprévus techniques (HTML, Git, </a:t>
            </a:r>
            <a:r>
              <a:rPr lang="fr-FR" dirty="0" err="1"/>
              <a:t>Build</a:t>
            </a:r>
            <a:r>
              <a:rPr lang="fr-FR" dirty="0"/>
              <a:t>)</a:t>
            </a:r>
          </a:p>
          <a:p>
            <a:r>
              <a:rPr lang="fr-FR" dirty="0"/>
              <a:t>Rédaction de </a:t>
            </a:r>
            <a:r>
              <a:rPr lang="fr-FR" b="1" dirty="0"/>
              <a:t>guides de migration</a:t>
            </a:r>
            <a:endParaRPr lang="fr-FR" dirty="0"/>
          </a:p>
          <a:p>
            <a:r>
              <a:rPr lang="fr-FR" dirty="0"/>
              <a:t>Priorisation et arbitrage des tâches</a:t>
            </a:r>
          </a:p>
          <a:p>
            <a:endParaRPr lang="fr-FR" dirty="0"/>
          </a:p>
          <a:p>
            <a:r>
              <a:rPr lang="fr-FR" dirty="0"/>
              <a:t>🎓 </a:t>
            </a:r>
            <a:r>
              <a:rPr lang="fr-FR" b="1" dirty="0"/>
              <a:t>Liens avec les blocs M2I :</a:t>
            </a:r>
          </a:p>
          <a:p>
            <a:endParaRPr lang="fr-FR" dirty="0"/>
          </a:p>
          <a:p>
            <a:r>
              <a:rPr lang="fr-FR" dirty="0"/>
              <a:t>Bloc 1 (Analyse stratégique du SI) : analyse stratégique (diagnostic + choix de méthode)</a:t>
            </a:r>
          </a:p>
          <a:p>
            <a:r>
              <a:rPr lang="fr-FR" dirty="0"/>
              <a:t>Bloc 2 (Conception et Déploiement) : conception d’une architecture hybride</a:t>
            </a:r>
          </a:p>
          <a:p>
            <a:r>
              <a:rPr lang="fr-FR" dirty="0"/>
              <a:t>Bloc 3 (Pilotage de projets complexes) : conduite d’un projet long avec contraintes</a:t>
            </a:r>
          </a:p>
          <a:p>
            <a:r>
              <a:rPr lang="fr-FR" dirty="0"/>
              <a:t>Bloc 4 (Intégration de technologies complexes) : intégration Angular18 / </a:t>
            </a:r>
            <a:r>
              <a:rPr lang="fr-FR" dirty="0" err="1"/>
              <a:t>Webpack</a:t>
            </a:r>
            <a:r>
              <a:rPr lang="fr-FR" dirty="0"/>
              <a:t> / SBT</a:t>
            </a:r>
          </a:p>
          <a:p>
            <a:r>
              <a:rPr lang="fr-FR" dirty="0"/>
              <a:t>Bloc 5 (Veille, documentation, communication de projets)  : documentation, veille et communication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CE551-CE0A-4007-A714-C1C838A694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574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4AE80-549B-53FC-E7AE-3A7A4931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43D905-2625-3F93-BCCD-9BAB38377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3C750-633E-E1BC-37B0-F0A5BCC1B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🧩 L’architecture hybride pose les bases d’un système </a:t>
            </a:r>
            <a:r>
              <a:rPr lang="fr-FR" b="1" dirty="0"/>
              <a:t>modulaire et scalable</a:t>
            </a:r>
            <a:endParaRPr lang="fr-FR" dirty="0"/>
          </a:p>
          <a:p>
            <a:r>
              <a:rPr lang="fr-FR" dirty="0"/>
              <a:t>🚀 Ouverture vers des pratiques modernes :</a:t>
            </a:r>
          </a:p>
          <a:p>
            <a:r>
              <a:rPr lang="fr-FR" dirty="0"/>
              <a:t>Développement piloté par les tests (TDD)</a:t>
            </a:r>
          </a:p>
          <a:p>
            <a:r>
              <a:rPr lang="fr-FR" dirty="0"/>
              <a:t>CI/CD avec intégration continue des modules Angular</a:t>
            </a:r>
          </a:p>
          <a:p>
            <a:r>
              <a:rPr lang="fr-FR" dirty="0"/>
              <a:t>🔐 Sécurité renforcée grâce au typage strict et à la compilation avancée</a:t>
            </a:r>
          </a:p>
          <a:p>
            <a:r>
              <a:rPr lang="fr-FR" dirty="0"/>
              <a:t>📈 Meilleure lisibilité du code pour la </a:t>
            </a:r>
            <a:r>
              <a:rPr lang="fr-FR" b="1" dirty="0"/>
              <a:t>maintenabilité à long terme</a:t>
            </a:r>
            <a:endParaRPr lang="fr-FR" dirty="0"/>
          </a:p>
          <a:p>
            <a:r>
              <a:rPr lang="fr-FR" dirty="0"/>
              <a:t>👥 Capitalisation des savoirs avec les guides internes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7F5DA-71C4-B368-3049-CF403B7CB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8883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AA259-3936-2C8F-37F6-2817692A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90667-9E08-B3B8-8BBB-051FED3A1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A01B7-9891-A85B-A6FC-5A69E8BE9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✍️ </a:t>
            </a:r>
            <a:r>
              <a:rPr lang="fr-FR" b="1" dirty="0"/>
              <a:t>Conclusion personnelle :</a:t>
            </a:r>
          </a:p>
          <a:p>
            <a:endParaRPr lang="fr-FR" dirty="0"/>
          </a:p>
          <a:p>
            <a:r>
              <a:rPr lang="fr-FR" dirty="0"/>
              <a:t>Renforcement de mon autonomie et de mon esprit d’initiative</a:t>
            </a:r>
          </a:p>
          <a:p>
            <a:r>
              <a:rPr lang="fr-FR" dirty="0"/>
              <a:t>Acquisition de réflexes de </a:t>
            </a:r>
            <a:r>
              <a:rPr lang="fr-FR" b="1" dirty="0"/>
              <a:t>veille active et de solution technique</a:t>
            </a:r>
            <a:endParaRPr lang="fr-FR" dirty="0"/>
          </a:p>
          <a:p>
            <a:r>
              <a:rPr lang="fr-FR" dirty="0"/>
              <a:t>Développement de mes </a:t>
            </a:r>
            <a:r>
              <a:rPr lang="fr-FR" b="1" dirty="0"/>
              <a:t>compétences relationnelles</a:t>
            </a:r>
            <a:r>
              <a:rPr lang="fr-FR" dirty="0"/>
              <a:t> et d’analyse</a:t>
            </a:r>
          </a:p>
          <a:p>
            <a:endParaRPr lang="fr-FR" dirty="0"/>
          </a:p>
          <a:p>
            <a:r>
              <a:rPr lang="fr-FR" dirty="0"/>
              <a:t>👔 </a:t>
            </a:r>
            <a:r>
              <a:rPr lang="fr-FR" b="1" dirty="0"/>
              <a:t>Perspectives professionnelles :</a:t>
            </a:r>
          </a:p>
          <a:p>
            <a:endParaRPr lang="fr-FR" dirty="0"/>
          </a:p>
          <a:p>
            <a:r>
              <a:rPr lang="fr-FR" dirty="0"/>
              <a:t>Pilotage de </a:t>
            </a:r>
            <a:r>
              <a:rPr lang="fr-FR" b="1" dirty="0"/>
              <a:t>projets techniques complexes</a:t>
            </a:r>
            <a:endParaRPr lang="fr-FR" dirty="0"/>
          </a:p>
          <a:p>
            <a:r>
              <a:rPr lang="fr-FR" dirty="0"/>
              <a:t>Accompagnement d’entreprises dans leur </a:t>
            </a:r>
            <a:r>
              <a:rPr lang="fr-FR" b="1" dirty="0"/>
              <a:t>transition technologique</a:t>
            </a:r>
            <a:endParaRPr lang="fr-FR" dirty="0"/>
          </a:p>
          <a:p>
            <a:r>
              <a:rPr lang="fr-FR" dirty="0"/>
              <a:t>Volonté de continuer à conjuguer </a:t>
            </a:r>
            <a:r>
              <a:rPr lang="fr-FR" b="1" dirty="0"/>
              <a:t>ingénierie logicielle et gestion de projet</a:t>
            </a:r>
            <a:endParaRPr lang="fr-FR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6DB9A0-A65A-7869-D06E-0FBC68E76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8156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99A23-69C9-5D90-EFFA-DCFBEFC36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CA125-9B8E-2060-DE8C-14539976B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D3E59-7F25-0058-1CF0-EA12E040F3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88A4F-8B83-14CF-7F64-1E7EED05C4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2977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395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8541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8621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3310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73780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51633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27866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73468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5793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943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60558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5986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520569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48338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anchor="ctr">
            <a:no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84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196900"/>
            <a:ext cx="4159160" cy="3155900"/>
          </a:xfrm>
        </p:spPr>
        <p:txBody>
          <a:bodyPr lIns="91440" anchor="b">
            <a:no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271" y="3505200"/>
            <a:ext cx="4159160" cy="2352356"/>
          </a:xfrm>
        </p:spPr>
        <p:txBody>
          <a:bodyPr lIns="91440" rIns="9144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0ABD6E1-FE78-D78B-E80C-09490F5D8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668780" y="505900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2BB1BCD-5C1C-ED05-D6B4-F92367209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822156" y="4143453"/>
            <a:ext cx="734257" cy="760506"/>
            <a:chOff x="5243759" y="1363788"/>
            <a:chExt cx="734257" cy="76050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00A5CAB-28E9-FB7A-E72E-39F3ADE58C6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2BA2D9BC-CA87-28FA-7A02-455E740EACA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734E5ADF-EEF0-2501-9D7B-8FC1A49F60A7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80F3839-9B1B-2346-C1F4-E876E6AE32E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049" y="788713"/>
            <a:ext cx="5132388" cy="5132388"/>
          </a:xfrm>
          <a:custGeom>
            <a:avLst/>
            <a:gdLst>
              <a:gd name="connsiteX0" fmla="*/ 2566194 w 5132388"/>
              <a:gd name="connsiteY0" fmla="*/ 0 h 5132388"/>
              <a:gd name="connsiteX1" fmla="*/ 5132388 w 5132388"/>
              <a:gd name="connsiteY1" fmla="*/ 2566194 h 5132388"/>
              <a:gd name="connsiteX2" fmla="*/ 2566194 w 5132388"/>
              <a:gd name="connsiteY2" fmla="*/ 5132388 h 5132388"/>
              <a:gd name="connsiteX3" fmla="*/ 0 w 5132388"/>
              <a:gd name="connsiteY3" fmla="*/ 2566194 h 5132388"/>
              <a:gd name="connsiteX4" fmla="*/ 2566194 w 5132388"/>
              <a:gd name="connsiteY4" fmla="*/ 0 h 513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solidFill>
            <a:schemeClr val="accent5"/>
          </a:solidFill>
        </p:spPr>
        <p:txBody>
          <a:bodyPr wrap="square" tIns="365760">
            <a:no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470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4046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7281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31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55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5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9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0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0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Relationship Id="rId6" Type="http://schemas.openxmlformats.org/officeDocument/2006/relationships/diagramQuickStyle" Target="../diagrams/quickStyle10.xml"/><Relationship Id="rId5" Type="http://schemas.openxmlformats.org/officeDocument/2006/relationships/diagramLayout" Target="../diagrams/layout10.xml"/><Relationship Id="rId4" Type="http://schemas.openxmlformats.org/officeDocument/2006/relationships/diagramData" Target="../diagrams/data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8020" y="662937"/>
            <a:ext cx="4624442" cy="1264539"/>
          </a:xfrm>
          <a:noFill/>
        </p:spPr>
        <p:txBody>
          <a:bodyPr anchor="ctr">
            <a:noAutofit/>
          </a:bodyPr>
          <a:lstStyle/>
          <a:p>
            <a:r>
              <a:rPr lang="fr-FR" sz="4000" noProof="0" dirty="0"/>
              <a:t>MEMOIRE PROFESSIONNEL</a:t>
            </a:r>
          </a:p>
        </p:txBody>
      </p:sp>
      <p:pic>
        <p:nvPicPr>
          <p:cNvPr id="8" name="Picture Placeholder 13" descr="Data points digital background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/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01A59E1-D126-E08F-4E74-C7D4507CCA97}"/>
              </a:ext>
            </a:extLst>
          </p:cNvPr>
          <p:cNvSpPr txBox="1"/>
          <p:nvPr/>
        </p:nvSpPr>
        <p:spPr>
          <a:xfrm>
            <a:off x="6885491" y="1927476"/>
            <a:ext cx="5126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>
                <a:solidFill>
                  <a:schemeClr val="accent4">
                    <a:lumMod val="75000"/>
                  </a:schemeClr>
                </a:solidFill>
              </a:rPr>
              <a:t>MANAGER EN INGÉNERIE INFORMATIQUE Spécialité Développement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B748BD0-2AFF-2920-A111-9DDA54B322D5}"/>
              </a:ext>
            </a:extLst>
          </p:cNvPr>
          <p:cNvSpPr txBox="1"/>
          <p:nvPr/>
        </p:nvSpPr>
        <p:spPr>
          <a:xfrm flipH="1">
            <a:off x="664420" y="6427114"/>
            <a:ext cx="22827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Vendredi 27 juin 2025</a:t>
            </a:r>
          </a:p>
        </p:txBody>
      </p:sp>
      <p:pic>
        <p:nvPicPr>
          <p:cNvPr id="6" name="Image 5" descr="Une image contenant Graphique, Police, cercle, graphisme&#10;&#10;Le contenu généré par l’IA peut être incorrect.">
            <a:extLst>
              <a:ext uri="{FF2B5EF4-FFF2-40B4-BE49-F238E27FC236}">
                <a16:creationId xmlns:a16="http://schemas.microsoft.com/office/drawing/2014/main" id="{8F30C8CE-0504-425E-B804-53E499F06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381" y="5884129"/>
            <a:ext cx="1841809" cy="71226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0E05DDB-F917-839A-DE67-7FF71893D8DC}"/>
              </a:ext>
            </a:extLst>
          </p:cNvPr>
          <p:cNvSpPr txBox="1"/>
          <p:nvPr/>
        </p:nvSpPr>
        <p:spPr>
          <a:xfrm>
            <a:off x="6267450" y="5917094"/>
            <a:ext cx="2369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Etienne Pernon </a:t>
            </a:r>
          </a:p>
          <a:p>
            <a:pPr algn="ctr"/>
            <a:r>
              <a:rPr lang="fr-FR" noProof="0" dirty="0">
                <a:solidFill>
                  <a:schemeClr val="bg2">
                    <a:lumMod val="25000"/>
                    <a:lumOff val="75000"/>
                  </a:schemeClr>
                </a:solidFill>
              </a:rPr>
              <a:t>Développeur pour</a:t>
            </a:r>
          </a:p>
        </p:txBody>
      </p:sp>
      <p:pic>
        <p:nvPicPr>
          <p:cNvPr id="13" name="Image 12" descr="Une image contenant Graphique, Police, logo, graphisme&#10;&#10;Le contenu généré par l’IA peut être incorrect.">
            <a:extLst>
              <a:ext uri="{FF2B5EF4-FFF2-40B4-BE49-F238E27FC236}">
                <a16:creationId xmlns:a16="http://schemas.microsoft.com/office/drawing/2014/main" id="{C804A012-BA02-2497-4FAC-2E6AC1BE29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1132" y="-120303"/>
            <a:ext cx="1160868" cy="943673"/>
          </a:xfrm>
          <a:prstGeom prst="rect">
            <a:avLst/>
          </a:prstGeom>
        </p:spPr>
      </p:pic>
      <p:pic>
        <p:nvPicPr>
          <p:cNvPr id="15" name="Image 14" descr="Une image contenant Police, Graphique, text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03A6882B-5779-FEA7-99E4-44866521C7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5709" y="3429000"/>
            <a:ext cx="3324294" cy="103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5"/>
            <a:ext cx="11090275" cy="1067290"/>
          </a:xfrm>
        </p:spPr>
        <p:txBody>
          <a:bodyPr/>
          <a:lstStyle/>
          <a:p>
            <a:r>
              <a:rPr lang="fr-FR" noProof="0" dirty="0"/>
              <a:t>Sommaire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419350"/>
            <a:ext cx="11090274" cy="2217964"/>
          </a:xfrm>
        </p:spPr>
        <p:txBody>
          <a:bodyPr>
            <a:normAutofit fontScale="92500" lnSpcReduction="20000"/>
          </a:bodyPr>
          <a:lstStyle/>
          <a:p>
            <a:r>
              <a:rPr lang="fr-FR" sz="2800" noProof="0" dirty="0"/>
              <a:t>1. Présentation de entreprise  </a:t>
            </a:r>
          </a:p>
          <a:p>
            <a:r>
              <a:rPr lang="fr-FR" sz="2800" noProof="0" dirty="0"/>
              <a:t>2. Contexte de la mission</a:t>
            </a:r>
          </a:p>
          <a:p>
            <a:r>
              <a:rPr lang="fr-FR" sz="2800" noProof="0" dirty="0"/>
              <a:t>3. Conduite de la mission</a:t>
            </a:r>
          </a:p>
          <a:p>
            <a:r>
              <a:rPr lang="fr-FR" sz="2800" noProof="0" dirty="0"/>
              <a:t>4. Bilan et perspective </a:t>
            </a:r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ctr"/>
          <a:lstStyle/>
          <a:p>
            <a:r>
              <a:rPr lang="fr-FR" noProof="0" dirty="0"/>
              <a:t>Présentation de l'entreprise</a:t>
            </a:r>
          </a:p>
        </p:txBody>
      </p:sp>
      <p:pic>
        <p:nvPicPr>
          <p:cNvPr id="11" name="Picture Placeholder 15" descr="Data points digital background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  <p:pic>
        <p:nvPicPr>
          <p:cNvPr id="2" name="Image 1" descr="Une image contenant Graphique, Police, cercle, graphisme&#10;&#10;Le contenu généré par l’IA peut être incorrect.">
            <a:extLst>
              <a:ext uri="{FF2B5EF4-FFF2-40B4-BE49-F238E27FC236}">
                <a16:creationId xmlns:a16="http://schemas.microsoft.com/office/drawing/2014/main" id="{05A3CCE6-5BFF-9DA6-EE5D-83AE1C125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381" y="5884129"/>
            <a:ext cx="1841809" cy="71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466" y="3946405"/>
            <a:ext cx="3653487" cy="559273"/>
          </a:xfrm>
          <a:noFill/>
        </p:spPr>
        <p:txBody>
          <a:bodyPr>
            <a:noAutofit/>
          </a:bodyPr>
          <a:lstStyle/>
          <a:p>
            <a:r>
              <a:rPr lang="fr-FR" sz="3200" noProof="0" dirty="0"/>
              <a:t>Simon FULHABER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2899" y="4634430"/>
            <a:ext cx="2978619" cy="483476"/>
          </a:xfrm>
          <a:noFill/>
        </p:spPr>
        <p:txBody>
          <a:bodyPr/>
          <a:lstStyle/>
          <a:p>
            <a:r>
              <a:rPr lang="fr-FR" noProof="0" dirty="0">
                <a:solidFill>
                  <a:schemeClr val="accent5"/>
                </a:solidFill>
              </a:rPr>
              <a:t>CTO &amp; Co-fondateur​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D58C763-9FAB-E535-311C-80931CBAF6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150891" y="1738574"/>
            <a:ext cx="2090001" cy="209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BF8C6FB0-C300-23A5-08AC-AD10A6D57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017210" y="1672473"/>
            <a:ext cx="2090001" cy="2090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72A1822-0E9D-1F25-B793-7FA5D35D0395}"/>
              </a:ext>
            </a:extLst>
          </p:cNvPr>
          <p:cNvSpPr txBox="1">
            <a:spLocks/>
          </p:cNvSpPr>
          <p:nvPr/>
        </p:nvSpPr>
        <p:spPr>
          <a:xfrm>
            <a:off x="7641613" y="3887494"/>
            <a:ext cx="3108555" cy="559273"/>
          </a:xfrm>
          <a:prstGeom prst="rect">
            <a:avLst/>
          </a:prstGeom>
          <a:noFill/>
        </p:spPr>
        <p:txBody>
          <a:bodyPr vert="horz" wrap="square" lIns="9144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noProof="0" dirty="0"/>
              <a:t>Constant ONDO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228F0B8-B3FA-C642-96D8-EB181D5BDE14}"/>
              </a:ext>
            </a:extLst>
          </p:cNvPr>
          <p:cNvSpPr txBox="1">
            <a:spLocks/>
          </p:cNvSpPr>
          <p:nvPr/>
        </p:nvSpPr>
        <p:spPr>
          <a:xfrm>
            <a:off x="7771549" y="4571780"/>
            <a:ext cx="2978619" cy="483476"/>
          </a:xfrm>
          <a:prstGeom prst="rect">
            <a:avLst/>
          </a:prstGeom>
          <a:noFill/>
        </p:spPr>
        <p:txBody>
          <a:bodyPr vert="horz" wrap="square" lIns="91440" tIns="0" rIns="9144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noProof="0" dirty="0">
                <a:solidFill>
                  <a:schemeClr val="accent5"/>
                </a:solidFill>
              </a:rPr>
              <a:t>CEO &amp; Co-fondateur​</a:t>
            </a:r>
          </a:p>
        </p:txBody>
      </p:sp>
      <p:pic>
        <p:nvPicPr>
          <p:cNvPr id="8" name="Image 7" descr="Une image contenant Graphique, Police, cercle, graphisme&#10;&#10;Le contenu généré par l’IA peut être incorrect.">
            <a:extLst>
              <a:ext uri="{FF2B5EF4-FFF2-40B4-BE49-F238E27FC236}">
                <a16:creationId xmlns:a16="http://schemas.microsoft.com/office/drawing/2014/main" id="{212A98FE-DBA1-7A3C-8A6A-A87F5AE366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381" y="5884129"/>
            <a:ext cx="1841809" cy="71226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753F360-42C6-37B9-1951-7B4011A83335}"/>
              </a:ext>
            </a:extLst>
          </p:cNvPr>
          <p:cNvSpPr txBox="1">
            <a:spLocks/>
          </p:cNvSpPr>
          <p:nvPr/>
        </p:nvSpPr>
        <p:spPr>
          <a:xfrm>
            <a:off x="286437" y="304322"/>
            <a:ext cx="4847537" cy="625246"/>
          </a:xfrm>
          <a:prstGeom prst="rect">
            <a:avLst/>
          </a:prstGeom>
        </p:spPr>
        <p:txBody>
          <a:bodyPr vert="horz" wrap="square" lIns="91440" tIns="0" rIns="0" bIns="0" rtlCol="0" anchor="b" anchorCtr="0">
            <a:normAutofit fontScale="7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Présentation de l’entreprise</a:t>
            </a:r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8" y="304322"/>
            <a:ext cx="4098256" cy="625246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Domaines d’activités</a:t>
            </a:r>
          </a:p>
        </p:txBody>
      </p:sp>
      <p:pic>
        <p:nvPicPr>
          <p:cNvPr id="4" name="Image 3" descr="Une image contenant Graphique, Police, cercle, graphisme&#10;&#10;Le contenu généré par l’IA peut être incorrect.">
            <a:extLst>
              <a:ext uri="{FF2B5EF4-FFF2-40B4-BE49-F238E27FC236}">
                <a16:creationId xmlns:a16="http://schemas.microsoft.com/office/drawing/2014/main" id="{D2F3DF1A-357A-5C09-3288-6BBB498CD6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381" y="5884129"/>
            <a:ext cx="1841809" cy="712262"/>
          </a:xfrm>
          <a:prstGeom prst="rect">
            <a:avLst/>
          </a:prstGeom>
        </p:spPr>
      </p:pic>
      <p:graphicFrame>
        <p:nvGraphicFramePr>
          <p:cNvPr id="7" name="Diagramme 6">
            <a:extLst>
              <a:ext uri="{FF2B5EF4-FFF2-40B4-BE49-F238E27FC236}">
                <a16:creationId xmlns:a16="http://schemas.microsoft.com/office/drawing/2014/main" id="{76A21A51-1B4B-3561-0F01-158A9AA9AD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0349225"/>
              </p:ext>
            </p:extLst>
          </p:nvPr>
        </p:nvGraphicFramePr>
        <p:xfrm>
          <a:off x="2109116" y="616945"/>
          <a:ext cx="7618778" cy="6241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1BABB-FC8D-78EB-C41D-429522E2E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20B9-9F83-4007-70D1-60BCCF693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8" y="304322"/>
            <a:ext cx="4098256" cy="625246"/>
          </a:xfrm>
        </p:spPr>
        <p:txBody>
          <a:bodyPr/>
          <a:lstStyle/>
          <a:p>
            <a:r>
              <a:rPr lang="fr-FR" noProof="0" dirty="0"/>
              <a:t>Technologies</a:t>
            </a:r>
          </a:p>
        </p:txBody>
      </p:sp>
      <p:pic>
        <p:nvPicPr>
          <p:cNvPr id="4" name="Image 3" descr="Une image contenant Graphique, Police, cercle, graphisme&#10;&#10;Le contenu généré par l’IA peut être incorrect.">
            <a:extLst>
              <a:ext uri="{FF2B5EF4-FFF2-40B4-BE49-F238E27FC236}">
                <a16:creationId xmlns:a16="http://schemas.microsoft.com/office/drawing/2014/main" id="{A276F6F2-82F6-19B6-F8C3-269C3E75E9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381" y="5884129"/>
            <a:ext cx="1841809" cy="712262"/>
          </a:xfrm>
          <a:prstGeom prst="rect">
            <a:avLst/>
          </a:prstGeom>
        </p:spPr>
      </p:pic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9EBF2876-80D6-1E4E-4A15-04B7EDBF5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9008130"/>
              </p:ext>
            </p:extLst>
          </p:nvPr>
        </p:nvGraphicFramePr>
        <p:xfrm>
          <a:off x="1095565" y="929568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24381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Migration vers Angular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450744F-A4B6-FD90-F6DA-4EF9A192E3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Contexte de la mission</a:t>
            </a:r>
          </a:p>
        </p:txBody>
      </p:sp>
      <p:pic>
        <p:nvPicPr>
          <p:cNvPr id="2054" name="Picture 6" descr="Free Angular Icon - Free Download Logos Icons | IconScout">
            <a:extLst>
              <a:ext uri="{FF2B5EF4-FFF2-40B4-BE49-F238E27FC236}">
                <a16:creationId xmlns:a16="http://schemas.microsoft.com/office/drawing/2014/main" id="{5E97237B-04B0-7128-22E3-A5A962638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E21FB-52A3-E443-FA8A-E986D457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24C49B-2B00-74AA-EA0C-5E707B0BA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8" y="304322"/>
            <a:ext cx="4098256" cy="625246"/>
          </a:xfrm>
        </p:spPr>
        <p:txBody>
          <a:bodyPr>
            <a:normAutofit/>
          </a:bodyPr>
          <a:lstStyle/>
          <a:p>
            <a:r>
              <a:rPr lang="fr-FR" noProof="0" dirty="0"/>
              <a:t>Contexte général</a:t>
            </a:r>
          </a:p>
        </p:txBody>
      </p:sp>
      <p:graphicFrame>
        <p:nvGraphicFramePr>
          <p:cNvPr id="9" name="Diagramme 8">
            <a:extLst>
              <a:ext uri="{FF2B5EF4-FFF2-40B4-BE49-F238E27FC236}">
                <a16:creationId xmlns:a16="http://schemas.microsoft.com/office/drawing/2014/main" id="{06F93DA6-3092-339E-2828-D3AB07FD3A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6965700"/>
              </p:ext>
            </p:extLst>
          </p:nvPr>
        </p:nvGraphicFramePr>
        <p:xfrm>
          <a:off x="2413000" y="1208968"/>
          <a:ext cx="7645400" cy="5208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51AB80ED-F171-2807-74FD-AD889523F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9725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288B1-C975-573A-3E54-393C54D9D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412015E-CCB9-6B82-4F17-7222DCCC1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4429495" cy="625246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Objectif de la mission</a:t>
            </a: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941C0F07-A778-FC9D-B641-946C728F5A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8831270"/>
              </p:ext>
            </p:extLst>
          </p:nvPr>
        </p:nvGraphicFramePr>
        <p:xfrm>
          <a:off x="2032000" y="10498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6" descr="Free Angular Icon - Free Download Logos Icons | IconScout">
            <a:extLst>
              <a:ext uri="{FF2B5EF4-FFF2-40B4-BE49-F238E27FC236}">
                <a16:creationId xmlns:a16="http://schemas.microsoft.com/office/drawing/2014/main" id="{D6F2A3AB-343F-808C-38B9-677A09916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0383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0AC24-207B-290A-E937-C778B8122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5CDDB64-ACA2-CB3C-F9F8-1EB6A7620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6021230" cy="625246"/>
          </a:xfrm>
        </p:spPr>
        <p:txBody>
          <a:bodyPr>
            <a:normAutofit fontScale="90000"/>
          </a:bodyPr>
          <a:lstStyle/>
          <a:p>
            <a:r>
              <a:rPr lang="fr-FR" dirty="0"/>
              <a:t>Mon rôle dans cette mission</a:t>
            </a:r>
            <a:endParaRPr lang="fr-FR" noProof="0" dirty="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C51FF14E-1C1F-484E-57D9-387454C0EC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7373727"/>
              </p:ext>
            </p:extLst>
          </p:nvPr>
        </p:nvGraphicFramePr>
        <p:xfrm>
          <a:off x="2032000" y="106680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6" descr="Free Angular Icon - Free Download Logos Icons | IconScout">
            <a:extLst>
              <a:ext uri="{FF2B5EF4-FFF2-40B4-BE49-F238E27FC236}">
                <a16:creationId xmlns:a16="http://schemas.microsoft.com/office/drawing/2014/main" id="{544C5464-46B0-3087-4E8C-B08CED612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0328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90CFF-9074-CC94-DD35-5FFC4C0E6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BC55CE5D-3292-9AF4-1430-F9D7C659446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19A2AB7-0808-43D1-D845-A1BD2E0B9A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Migration vers Angular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1F7B1FB0-3BA9-472B-6DF4-CF95025FB7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Conduite de la mission</a:t>
            </a:r>
          </a:p>
        </p:txBody>
      </p:sp>
      <p:pic>
        <p:nvPicPr>
          <p:cNvPr id="2054" name="Picture 6" descr="Free Angular Icon - Free Download Logos Icons | IconScout">
            <a:extLst>
              <a:ext uri="{FF2B5EF4-FFF2-40B4-BE49-F238E27FC236}">
                <a16:creationId xmlns:a16="http://schemas.microsoft.com/office/drawing/2014/main" id="{0E96AEA1-26EB-151B-7B99-1187EE1FE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806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093C7-1629-1542-0959-A0F39A1F7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37D6C63-5F27-52F8-B214-523CA90F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7779533" cy="625246"/>
          </a:xfrm>
        </p:spPr>
        <p:txBody>
          <a:bodyPr>
            <a:normAutofit/>
          </a:bodyPr>
          <a:lstStyle/>
          <a:p>
            <a:r>
              <a:rPr lang="fr-FR" noProof="0" dirty="0"/>
              <a:t>Choix de la stratégie de migration</a:t>
            </a:r>
          </a:p>
        </p:txBody>
      </p:sp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3BEC4557-9948-E3F0-329D-AB9796812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032AF70F-8D6D-F553-4025-2D3BC5E0CF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9661047"/>
              </p:ext>
            </p:extLst>
          </p:nvPr>
        </p:nvGraphicFramePr>
        <p:xfrm>
          <a:off x="1750695" y="1135011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50125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72A16-9CBD-5723-073B-0E00BA9B6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EEBC4D3-56DB-679C-8B8E-4813DAC7C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8" y="304322"/>
            <a:ext cx="8491802" cy="625246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Choix de la méthodologie d’hybridation</a:t>
            </a:r>
          </a:p>
        </p:txBody>
      </p:sp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31E22529-19B5-E092-B91F-A46D1E0AFA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49174FD-908A-0A99-A2B6-506F56649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415" y="1159918"/>
            <a:ext cx="7074996" cy="479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43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034F8-627A-3940-CFD3-64C11D196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40B7F21-6BAC-FE62-70A3-131EF6DF5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8790185" cy="625246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Nouvelle structure et outils de compilation</a:t>
            </a:r>
          </a:p>
        </p:txBody>
      </p:sp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74B24013-B938-3954-43BA-0359C9679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B4A4949-9954-C3F9-6275-4FD5CEAE3C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211" y="1295328"/>
            <a:ext cx="5400450" cy="466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73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DD56E-F949-83A6-9F7E-0D6A23905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592D6F1-86C0-3284-7352-9452339D2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8790185" cy="625246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Nouvelle structure et outils de compilation</a:t>
            </a:r>
          </a:p>
        </p:txBody>
      </p:sp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B5FC5D95-6266-171D-6FD7-B57A3FFFE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CB27C47-32E9-9A54-F4D8-C2C2D06A7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928" y="1234019"/>
            <a:ext cx="7519202" cy="485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20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D779-7505-26EB-6CD8-00CBFB2C1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BC6E324-63D7-8F7C-4D10-F37E5083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8790185" cy="625246"/>
          </a:xfrm>
        </p:spPr>
        <p:txBody>
          <a:bodyPr>
            <a:normAutofit/>
          </a:bodyPr>
          <a:lstStyle/>
          <a:p>
            <a:r>
              <a:rPr lang="fr-FR" noProof="0" dirty="0"/>
              <a:t>Tests des mécanismes d’hybridation</a:t>
            </a:r>
          </a:p>
        </p:txBody>
      </p:sp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B932C99B-3610-F0A6-40DB-77BDA4604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4ACEBE1-58F3-D1F5-0B46-590C9B779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016" y="1523276"/>
            <a:ext cx="9999647" cy="381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690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72A70-F6DF-2892-A5AA-70EA63908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A72FDDD-DC3E-25FE-B329-5A90E346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8790185" cy="625246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Intégration des nouveaux standard</a:t>
            </a:r>
            <a:r>
              <a:rPr lang="fr-FR" dirty="0"/>
              <a:t>s Angular</a:t>
            </a:r>
            <a:endParaRPr lang="fr-FR" noProof="0" dirty="0"/>
          </a:p>
        </p:txBody>
      </p:sp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2EEEFA88-C877-9324-98AE-241D3919A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F5C3A1D-208E-B997-43A2-300E968B19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318" y="1208700"/>
            <a:ext cx="7161038" cy="502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5904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9F1BF-7795-13EB-AA56-0CC44A87B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7" descr="Data Points Digital background">
            <a:extLst>
              <a:ext uri="{FF2B5EF4-FFF2-40B4-BE49-F238E27FC236}">
                <a16:creationId xmlns:a16="http://schemas.microsoft.com/office/drawing/2014/main" id="{B867D398-AE1B-EBB1-04B0-DF11E2779F8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E034862-1FB1-272F-773D-D8034E3DD6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Migration vers Angular</a:t>
            </a:r>
            <a:endParaRPr lang="fr-FR" noProof="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473280A-DF89-E96A-66F5-AE5CAB8BD8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Bilan de la mission</a:t>
            </a:r>
          </a:p>
        </p:txBody>
      </p:sp>
      <p:pic>
        <p:nvPicPr>
          <p:cNvPr id="2" name="Picture 6" descr="Free Angular Icon - Free Download Logos Icons | IconScout">
            <a:extLst>
              <a:ext uri="{FF2B5EF4-FFF2-40B4-BE49-F238E27FC236}">
                <a16:creationId xmlns:a16="http://schemas.microsoft.com/office/drawing/2014/main" id="{CA371C8C-CF86-0BD3-9C19-E9FA5B156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477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5D938-E97B-BA0C-C5F2-23552F652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60B8B4F-F558-3FDE-7006-A792B0A4A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8790185" cy="625246"/>
          </a:xfrm>
        </p:spPr>
        <p:txBody>
          <a:bodyPr>
            <a:normAutofit/>
          </a:bodyPr>
          <a:lstStyle/>
          <a:p>
            <a:r>
              <a:rPr lang="fr-FR" noProof="0" dirty="0"/>
              <a:t>Bilan managérial de la mission</a:t>
            </a:r>
          </a:p>
        </p:txBody>
      </p:sp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B340247B-D5BD-0481-0145-A9384B4EA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98AF0D77-68AD-B7C3-FE56-B79507673E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9044522"/>
              </p:ext>
            </p:extLst>
          </p:nvPr>
        </p:nvGraphicFramePr>
        <p:xfrm>
          <a:off x="2172928" y="1368595"/>
          <a:ext cx="7524955" cy="51010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580440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C8A9-590A-C145-E942-93632C3B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1C6ECDD-48D1-8D7D-7EC2-4C5F2E1B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10912505" cy="625246"/>
          </a:xfrm>
        </p:spPr>
        <p:txBody>
          <a:bodyPr>
            <a:normAutofit/>
          </a:bodyPr>
          <a:lstStyle/>
          <a:p>
            <a:r>
              <a:rPr lang="fr-FR" noProof="0" dirty="0"/>
              <a:t>Compétence acquise &amp; Lien avec la formation</a:t>
            </a:r>
          </a:p>
        </p:txBody>
      </p:sp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2D1D701E-1506-DC7F-72F5-35DD56F62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0D6CB529-85FA-2476-C5F4-F372D2A865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2257734"/>
              </p:ext>
            </p:extLst>
          </p:nvPr>
        </p:nvGraphicFramePr>
        <p:xfrm>
          <a:off x="1917292" y="1299770"/>
          <a:ext cx="7700946" cy="50027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31059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D52A8-D819-A057-06AC-2A5CF18C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AE3FF68-6F4C-77AC-813A-D4FE36DCC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10912505" cy="625246"/>
          </a:xfrm>
        </p:spPr>
        <p:txBody>
          <a:bodyPr>
            <a:normAutofit/>
          </a:bodyPr>
          <a:lstStyle/>
          <a:p>
            <a:r>
              <a:rPr lang="fr-FR" noProof="0" dirty="0"/>
              <a:t>Perspective managériale pour l’entreprise</a:t>
            </a:r>
          </a:p>
        </p:txBody>
      </p:sp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8E47E6CF-FFFB-2CE0-50CE-8E06B9F81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CB96F80A-D082-2FAA-5087-999995E378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9732497"/>
              </p:ext>
            </p:extLst>
          </p:nvPr>
        </p:nvGraphicFramePr>
        <p:xfrm>
          <a:off x="1737639" y="1540701"/>
          <a:ext cx="8026399" cy="48099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644969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EEB25-43B7-12D0-9F78-C272B52C9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E6F871A-7020-1ED3-4BE7-15D459B00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37" y="304322"/>
            <a:ext cx="10656546" cy="625246"/>
          </a:xfrm>
        </p:spPr>
        <p:txBody>
          <a:bodyPr>
            <a:normAutofit fontScale="90000"/>
          </a:bodyPr>
          <a:lstStyle/>
          <a:p>
            <a:r>
              <a:rPr lang="fr-FR" noProof="0" dirty="0"/>
              <a:t>Conclusion personnelle et perspectives professionnelles</a:t>
            </a:r>
          </a:p>
        </p:txBody>
      </p:sp>
      <p:pic>
        <p:nvPicPr>
          <p:cNvPr id="10" name="Picture 6" descr="Free Angular Icon - Free Download Logos Icons | IconScout">
            <a:extLst>
              <a:ext uri="{FF2B5EF4-FFF2-40B4-BE49-F238E27FC236}">
                <a16:creationId xmlns:a16="http://schemas.microsoft.com/office/drawing/2014/main" id="{843CE0AB-C78C-4A56-807F-4A9400995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75" y="548132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F3FDBA12-3736-8269-664E-989B93078C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9535538"/>
              </p:ext>
            </p:extLst>
          </p:nvPr>
        </p:nvGraphicFramePr>
        <p:xfrm>
          <a:off x="1451113" y="929568"/>
          <a:ext cx="8758583" cy="55916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69276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B24AF-3547-060B-7375-96E024971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FC8494-3021-8444-8B7B-B291E8E49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noFill/>
        </p:spPr>
        <p:txBody>
          <a:bodyPr anchor="ctr"/>
          <a:lstStyle/>
          <a:p>
            <a:r>
              <a:rPr lang="fr-FR" noProof="0" dirty="0"/>
              <a:t>Remerciement</a:t>
            </a:r>
          </a:p>
        </p:txBody>
      </p:sp>
      <p:pic>
        <p:nvPicPr>
          <p:cNvPr id="11" name="Picture Placeholder 15" descr="Data points digital background">
            <a:extLst>
              <a:ext uri="{FF2B5EF4-FFF2-40B4-BE49-F238E27FC236}">
                <a16:creationId xmlns:a16="http://schemas.microsoft.com/office/drawing/2014/main" id="{36326843-3CDD-D025-E02D-A6BF99C9934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/>
      </p:pic>
      <p:pic>
        <p:nvPicPr>
          <p:cNvPr id="2" name="Image 1" descr="Une image contenant Graphique, Police, cercle, graphisme&#10;&#10;Le contenu généré par l’IA peut être incorrect.">
            <a:extLst>
              <a:ext uri="{FF2B5EF4-FFF2-40B4-BE49-F238E27FC236}">
                <a16:creationId xmlns:a16="http://schemas.microsoft.com/office/drawing/2014/main" id="{87A8FB6C-FDF2-0A12-3252-45D1560CA0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0381" y="5884129"/>
            <a:ext cx="1841809" cy="71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250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t">
            <a:noAutofit/>
          </a:bodyPr>
          <a:lstStyle/>
          <a:p>
            <a:r>
              <a:rPr lang="fr-FR" dirty="0"/>
              <a:t>Comparatif des performances de l’application</a:t>
            </a:r>
            <a:endParaRPr lang="fr-FR" noProof="0" dirty="0"/>
          </a:p>
        </p:txBody>
      </p:sp>
      <p:graphicFrame>
        <p:nvGraphicFramePr>
          <p:cNvPr id="16" name="Table Placeholder 2">
            <a:extLst>
              <a:ext uri="{FF2B5EF4-FFF2-40B4-BE49-F238E27FC236}">
                <a16:creationId xmlns:a16="http://schemas.microsoft.com/office/drawing/2014/main" id="{1904F965-D30E-5A83-B17B-7D030326E77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4221492708"/>
              </p:ext>
            </p:extLst>
          </p:nvPr>
        </p:nvGraphicFramePr>
        <p:xfrm>
          <a:off x="2300923" y="1619526"/>
          <a:ext cx="7590154" cy="419762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754109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312706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523339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</a:tblGrid>
              <a:tr h="711509">
                <a:tc>
                  <a:txBody>
                    <a:bodyPr/>
                    <a:lstStyle/>
                    <a:p>
                      <a:pPr algn="l"/>
                      <a:r>
                        <a:rPr lang="fr-FR" b="0" noProof="0" dirty="0"/>
                        <a:t>Application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AngularJS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 err="1"/>
                        <a:t>Angualr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11509">
                <a:tc>
                  <a:txBody>
                    <a:bodyPr/>
                    <a:lstStyle/>
                    <a:p>
                      <a:pPr algn="l"/>
                      <a:r>
                        <a:rPr lang="fr-FR" b="0" noProof="0" dirty="0"/>
                        <a:t>Temps de démarrage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21s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27.36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11509">
                <a:tc>
                  <a:txBody>
                    <a:bodyPr/>
                    <a:lstStyle/>
                    <a:p>
                      <a:pPr algn="l"/>
                      <a:r>
                        <a:rPr lang="fr-FR" b="0" noProof="0" dirty="0"/>
                        <a:t>Temps de relance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1.59s 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2.34s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711509">
                <a:tc>
                  <a:txBody>
                    <a:bodyPr/>
                    <a:lstStyle/>
                    <a:p>
                      <a:pPr algn="l"/>
                      <a:r>
                        <a:rPr lang="fr-FR" b="0" noProof="0" dirty="0"/>
                        <a:t>Nb. Requête http au</a:t>
                      </a:r>
                    </a:p>
                    <a:p>
                      <a:pPr algn="l"/>
                      <a:r>
                        <a:rPr lang="fr-FR" b="0" noProof="0" dirty="0"/>
                        <a:t>démarrage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175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59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711509">
                <a:tc>
                  <a:txBody>
                    <a:bodyPr/>
                    <a:lstStyle/>
                    <a:p>
                      <a:pPr algn="l"/>
                      <a:r>
                        <a:rPr lang="fr-FR" b="0" noProof="0" dirty="0"/>
                        <a:t>Chargement d’un projet</a:t>
                      </a:r>
                    </a:p>
                    <a:p>
                      <a:pPr algn="l"/>
                      <a:r>
                        <a:rPr lang="fr-FR" b="0" noProof="0" dirty="0" err="1"/>
                        <a:t>Kmap</a:t>
                      </a:r>
                      <a:r>
                        <a:rPr lang="fr-FR" b="0" noProof="0" dirty="0"/>
                        <a:t> 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2.761s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2.34s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388840">
                <a:tc>
                  <a:txBody>
                    <a:bodyPr/>
                    <a:lstStyle/>
                    <a:p>
                      <a:pPr algn="l"/>
                      <a:r>
                        <a:rPr lang="en-US" b="0" noProof="0" dirty="0" err="1"/>
                        <a:t>Chargement</a:t>
                      </a:r>
                      <a:r>
                        <a:rPr lang="en-US" b="0" noProof="0" dirty="0"/>
                        <a:t> d’un </a:t>
                      </a:r>
                      <a:r>
                        <a:rPr lang="en-US" b="0" noProof="0" dirty="0" err="1"/>
                        <a:t>projet</a:t>
                      </a:r>
                      <a:endParaRPr lang="en-US" b="0" noProof="0" dirty="0"/>
                    </a:p>
                    <a:p>
                      <a:pPr algn="l"/>
                      <a:r>
                        <a:rPr lang="en-US" b="0" noProof="0" dirty="0"/>
                        <a:t>Build &amp; Solve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&gt;1s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 noProof="0" dirty="0"/>
                        <a:t>7.329s</a:t>
                      </a:r>
                      <a:endParaRPr lang="fr-FR" b="0" i="0" noProof="0" dirty="0">
                        <a:latin typeface="Gill Sans MT" panose="020B0502020104020203" pitchFamily="34" charset="7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3DFloatVTI</Template>
  <TotalTime>5634</TotalTime>
  <Words>1437</Words>
  <Application>Microsoft Office PowerPoint</Application>
  <PresentationFormat>Grand écran</PresentationFormat>
  <Paragraphs>322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9" baseType="lpstr">
      <vt:lpstr>Arial</vt:lpstr>
      <vt:lpstr>Calibri</vt:lpstr>
      <vt:lpstr>Gill Sans MT</vt:lpstr>
      <vt:lpstr>Walbaum Display</vt:lpstr>
      <vt:lpstr>3DFloatVTI</vt:lpstr>
      <vt:lpstr>MEMOIRE PROFESSIONNEL</vt:lpstr>
      <vt:lpstr>Sommaire </vt:lpstr>
      <vt:lpstr>Présentation de l'entreprise</vt:lpstr>
      <vt:lpstr>Simon FULHABER</vt:lpstr>
      <vt:lpstr>Domaines d’activités</vt:lpstr>
      <vt:lpstr>Technologies</vt:lpstr>
      <vt:lpstr>Migration vers Angular</vt:lpstr>
      <vt:lpstr>Contexte général</vt:lpstr>
      <vt:lpstr>Objectif de la mission</vt:lpstr>
      <vt:lpstr>Mon rôle dans cette mission</vt:lpstr>
      <vt:lpstr>Migration vers Angular</vt:lpstr>
      <vt:lpstr>Choix de la stratégie de migration</vt:lpstr>
      <vt:lpstr>Choix de la méthodologie d’hybridation</vt:lpstr>
      <vt:lpstr>Nouvelle structure et outils de compilation</vt:lpstr>
      <vt:lpstr>Nouvelle structure et outils de compilation</vt:lpstr>
      <vt:lpstr>Tests des mécanismes d’hybridation</vt:lpstr>
      <vt:lpstr>Intégration des nouveaux standards Angular</vt:lpstr>
      <vt:lpstr>Migration vers Angular</vt:lpstr>
      <vt:lpstr>Bilan managérial de la mission</vt:lpstr>
      <vt:lpstr>Compétence acquise &amp; Lien avec la formation</vt:lpstr>
      <vt:lpstr>Perspective managériale pour l’entreprise</vt:lpstr>
      <vt:lpstr>Conclusion personnelle et perspectives professionnelles</vt:lpstr>
      <vt:lpstr>Remerciement</vt:lpstr>
      <vt:lpstr>Comparatif des performances de l’application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dc:creator>Etienne Pernon</dc:creator>
  <cp:lastModifiedBy>Etienne Pernon</cp:lastModifiedBy>
  <cp:revision>11</cp:revision>
  <dcterms:created xsi:type="dcterms:W3CDTF">2023-12-19T21:03:45Z</dcterms:created>
  <dcterms:modified xsi:type="dcterms:W3CDTF">2025-06-27T09:02:13Z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